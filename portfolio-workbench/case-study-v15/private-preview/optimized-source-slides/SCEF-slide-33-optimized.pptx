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84b78ed1f6401b" /><Relationship Type="http://schemas.openxmlformats.org/officeDocument/2006/relationships/extended-properties" Target="/docProps/app.xml" Id="R863c76d6154247b7" /><Relationship Type="http://schemas.openxmlformats.org/officeDocument/2006/relationships/officeDocument" Target="/ppt/presentation.xml" Id="Rc66d7199bae848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653c623f3e48aa"/>
  </p:sldMasterIdLst>
  <p:notesMasterIdLst>
    <p:notesMasterId xmlns:r="http://schemas.openxmlformats.org/officeDocument/2006/relationships" r:id="R5d22b4b9de684015"/>
  </p:notesMasterIdLst>
  <p:sldIdLst>
    <p:sldId xmlns:r="http://schemas.openxmlformats.org/officeDocument/2006/relationships" id="256" r:id="R2c0b8debeacb4316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171D259A-F085-45C7-8536-DEDF91F6C910}">
  <a:tblStyle styleId="{171D259A-F085-45C7-8536-DEDF91F6C91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8E8"/>
          </a:solidFill>
        </a:fill>
      </a:tcStyle>
    </a:wholeTbl>
    <a:band1H>
      <a:tcTxStyle b="off" i="off"/>
      <a:tcStyle>
        <a:tcBdr/>
        <a:fill>
          <a:solidFill>
            <a:srgbClr val="CECFC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ECFC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6708eeb8de454c" /><Relationship Type="http://schemas.openxmlformats.org/officeDocument/2006/relationships/slideMaster" Target="/ppt/slideMasters/slideMaster1.xml" Id="Rbe653c623f3e48aa" /><Relationship Type="http://schemas.openxmlformats.org/officeDocument/2006/relationships/notesMaster" Target="/ppt/notesMasters/notesMaster1.xml" Id="R5d22b4b9de684015" /><Relationship Type="http://schemas.openxmlformats.org/officeDocument/2006/relationships/presProps" Target="/ppt/presProps.xml" Id="Rff7bbdde08a54984" /><Relationship Type="http://schemas.openxmlformats.org/officeDocument/2006/relationships/viewProps" Target="/ppt/viewProps.xml" Id="Re50a0e31a8434f47" /><Relationship Type="http://schemas.openxmlformats.org/officeDocument/2006/relationships/tableStyles" Target="/ppt/tableStyles.xml" Id="R2bced63399ce498c" /><Relationship Type="http://schemas.openxmlformats.org/officeDocument/2006/relationships/slide" Target="/ppt/slides/slide1.xml" Id="R2c0b8debeacb43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4a799181a140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05-Modern Green Business Proposal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4B5050"/>
      </a:accent1>
      <a:accent2>
        <a:srgbClr val="55B441"/>
      </a:accent2>
      <a:accent3>
        <a:srgbClr val="6E7378"/>
      </a:accent3>
      <a:accent4>
        <a:srgbClr val="91969B"/>
      </a:accent4>
      <a:accent5>
        <a:srgbClr val="AAAFB4"/>
      </a:accent5>
      <a:accent6>
        <a:srgbClr val="DCE1E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05-Modern Green Business Propos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f5e0d30f324042" /><Relationship Type="http://schemas.openxmlformats.org/officeDocument/2006/relationships/notesMaster" Target="/ppt/notesMasters/notesMaster1.xml" Id="R0a3f2e4cfa5541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001d070a1a4c2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49702da61546c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51086b5824430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b4fe984ff44df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68930d81a243a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924da46ae04443" /></Relationships>
</file>

<file path=ppt/slideLayouts/slideLayout1.xml><?xml version="1.0" encoding="utf-8"?>
<p:sldLayout xmlns:p="http://schemas.openxmlformats.org/presentationml/2006/main" matchingName="Title &amp; Content">
  <p:cSld name="Title &amp;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110">
            <a:extLst xmlns:a="http://schemas.openxmlformats.org/drawingml/2006/main">
              <a:ext uri="{FF2B5EF4-FFF2-40B4-BE49-F238E27FC236}">
                <a16:creationId xmlns:a16="http://schemas.microsoft.com/office/drawing/2014/main" id="{9D6D0689-5C21-4310-8C6A-EEBB895B74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4202" y="575841"/>
            <a:ext cx="7953374" cy="383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200" b="0" i="0" u="none" cap="none">
                <a:solidFill>
                  <a:schemeClr val="accent1"/>
                </a:solidFill>
                <a:latin typeface="Lato Black"/>
                <a:ea typeface="Lato Black"/>
                <a:cs typeface="Lato Black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3" name="Google Shape;13;p110">
            <a:extLst xmlns:a="http://schemas.openxmlformats.org/drawingml/2006/main">
              <a:ext uri="{FF2B5EF4-FFF2-40B4-BE49-F238E27FC236}">
                <a16:creationId xmlns:a16="http://schemas.microsoft.com/office/drawing/2014/main" id="{7C293E3A-6946-495A-8BDF-A25C51B58C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3725" y="959101"/>
            <a:ext cx="7953374" cy="141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Arial"/>
              <a:buNone/>
              <a:defRPr sz="9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cxnSp>
        <p:nvCxnSpPr>
          <p:cNvPr id="24" name="Google Shape;14;p110"/>
          <p:cNvCxnSpPr/>
          <p:nvPr/>
        </p:nvCxnSpPr>
        <p:spPr>
          <a:xfrm xmlns:a="http://schemas.openxmlformats.org/drawingml/2006/main">
            <a:off x="593725" y="492067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5" name="Google Shape;15;p110">
            <a:extLst xmlns:a="http://schemas.openxmlformats.org/drawingml/2006/main">
              <a:ext uri="{FF2B5EF4-FFF2-40B4-BE49-F238E27FC236}">
                <a16:creationId xmlns:a16="http://schemas.microsoft.com/office/drawing/2014/main" id="{2752650C-AB2C-41A6-ABC6-F13E9C04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5" y="4722841"/>
            <a:ext cx="1783555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chemeClr val="accent3"/>
                </a:solidFill>
                <a:latin typeface="Lato"/>
                <a:ea typeface="Lato"/>
                <a:cs typeface="Lato"/>
              </a:rPr>
              <a:t>180 DEGREES </a:t>
            </a:r>
            <a:r>
              <a:rPr sz="800" b="1" i="0" u="none" cap="none">
                <a:solidFill>
                  <a:schemeClr val="accent2"/>
                </a:solidFill>
                <a:latin typeface="Lato"/>
                <a:ea typeface="Lato"/>
                <a:cs typeface="Lato"/>
              </a:rPr>
              <a:t>CONSULTING</a:t>
            </a:r>
          </a:p>
        </p:txBody>
      </p:sp>
      <p:sp>
        <p:nvSpPr>
          <p:cNvPr id="16" name="Google Shape;16;p110">
            <a:extLst xmlns:a="http://schemas.openxmlformats.org/drawingml/2006/main">
              <a:ext uri="{FF2B5EF4-FFF2-40B4-BE49-F238E27FC236}">
                <a16:creationId xmlns:a16="http://schemas.microsoft.com/office/drawing/2014/main" id="{2EC8485A-3CCA-4ACD-9FDC-79D7B85F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422" y="4722841"/>
            <a:ext cx="206993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rPr>
              <a:t>‹#›</a:t>
            </a:fld>
          </a:p>
        </p:txBody>
      </p:sp>
      <p:sp>
        <p:nvSpPr>
          <p:cNvPr id="17" name="Google Shape;17;p110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88034E47-7F7A-4BBA-B3D2-CC4BF045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28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883" y="679"/>
                </a:moveTo>
                <a:cubicBezTo>
                  <a:pt x="1338" y="1175"/>
                  <a:pt x="1338" y="1175"/>
                  <a:pt x="1338" y="1175"/>
                </a:cubicBezTo>
                <a:cubicBezTo>
                  <a:pt x="883" y="1671"/>
                  <a:pt x="883" y="1671"/>
                  <a:pt x="883" y="1671"/>
                </a:cubicBezTo>
                <a:cubicBezTo>
                  <a:pt x="844" y="1710"/>
                  <a:pt x="844" y="1774"/>
                  <a:pt x="883" y="1813"/>
                </a:cubicBezTo>
                <a:cubicBezTo>
                  <a:pt x="922" y="1852"/>
                  <a:pt x="985" y="1852"/>
                  <a:pt x="1023" y="1813"/>
                </a:cubicBezTo>
                <a:cubicBezTo>
                  <a:pt x="1579" y="1246"/>
                  <a:pt x="1579" y="1246"/>
                  <a:pt x="1579" y="1246"/>
                </a:cubicBezTo>
                <a:cubicBezTo>
                  <a:pt x="1618" y="1207"/>
                  <a:pt x="1618" y="1143"/>
                  <a:pt x="1579" y="1104"/>
                </a:cubicBezTo>
                <a:cubicBezTo>
                  <a:pt x="1023" y="537"/>
                  <a:pt x="1023" y="537"/>
                  <a:pt x="1023" y="537"/>
                </a:cubicBezTo>
                <a:cubicBezTo>
                  <a:pt x="985" y="498"/>
                  <a:pt x="922" y="498"/>
                  <a:pt x="883" y="537"/>
                </a:cubicBezTo>
                <a:cubicBezTo>
                  <a:pt x="844" y="576"/>
                  <a:pt x="844" y="640"/>
                  <a:pt x="883" y="679"/>
                </a:cubicBezTo>
                <a:close/>
                <a:moveTo>
                  <a:pt x="0" y="1175"/>
                </a:move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lose/>
                <a:moveTo>
                  <a:pt x="2198" y="1175"/>
                </a:move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18" name="Google Shape;18;p110">
            <a:hlinkClick xmlns:a="http://schemas.openxmlformats.org/drawingml/2006/main" action="ppaction://hlinkshowjump?jump=previousslide"/>
            <a:extLst xmlns:a="http://schemas.openxmlformats.org/drawingml/2006/main">
              <a:ext uri="{FF2B5EF4-FFF2-40B4-BE49-F238E27FC236}">
                <a16:creationId xmlns:a16="http://schemas.microsoft.com/office/drawing/2014/main" id="{D6849A9D-C0E8-47DD-B11D-C73BA75A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097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1467" y="1671"/>
                </a:moveTo>
                <a:cubicBezTo>
                  <a:pt x="1012" y="1175"/>
                  <a:pt x="1012" y="1175"/>
                  <a:pt x="1012" y="1175"/>
                </a:cubicBezTo>
                <a:cubicBezTo>
                  <a:pt x="1467" y="679"/>
                  <a:pt x="1467" y="679"/>
                  <a:pt x="1467" y="679"/>
                </a:cubicBezTo>
                <a:cubicBezTo>
                  <a:pt x="1506" y="640"/>
                  <a:pt x="1506" y="576"/>
                  <a:pt x="1467" y="537"/>
                </a:cubicBezTo>
                <a:cubicBezTo>
                  <a:pt x="1428" y="498"/>
                  <a:pt x="1365" y="498"/>
                  <a:pt x="1327" y="537"/>
                </a:cubicBezTo>
                <a:cubicBezTo>
                  <a:pt x="771" y="1104"/>
                  <a:pt x="771" y="1104"/>
                  <a:pt x="771" y="1104"/>
                </a:cubicBezTo>
                <a:cubicBezTo>
                  <a:pt x="732" y="1143"/>
                  <a:pt x="732" y="1207"/>
                  <a:pt x="771" y="1246"/>
                </a:cubicBezTo>
                <a:cubicBezTo>
                  <a:pt x="1327" y="1813"/>
                  <a:pt x="1327" y="1813"/>
                  <a:pt x="1327" y="1813"/>
                </a:cubicBezTo>
                <a:cubicBezTo>
                  <a:pt x="1365" y="1852"/>
                  <a:pt x="1428" y="1852"/>
                  <a:pt x="1467" y="1813"/>
                </a:cubicBezTo>
                <a:cubicBezTo>
                  <a:pt x="1506" y="1774"/>
                  <a:pt x="1506" y="1710"/>
                  <a:pt x="1467" y="1671"/>
                </a:cubicBezTo>
                <a:close/>
                <a:moveTo>
                  <a:pt x="2350" y="1175"/>
                </a:move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lose/>
                <a:moveTo>
                  <a:pt x="152" y="1175"/>
                </a:move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36C308-043D-BF4B-B93D-AA33BF05CA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44208EA-7D8C-9C4E-B0F9-F242A19B5E3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EF257A4-2CB4-1847-9D46-98A750F895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501BD9-59B4-1347-98D1-44DBDFB5EE8F}" type="datetimeFigureOut">
              <a:t>04.02.21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5FDB4EC-BCE2-7C46-B188-4AD3C55352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BACF35-AF0D-EE49-8241-09D3D16382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0F4F49A-265D-4947-88BD-E6F55B401EF1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Meet Our Team Page">
  <p:cSld name="Meet Our Team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0" name="Google Shape;150;p126">
            <a:extLst xmlns:a="http://schemas.openxmlformats.org/drawingml/2006/main">
              <a:ext uri="{FF2B5EF4-FFF2-40B4-BE49-F238E27FC236}">
                <a16:creationId xmlns:a16="http://schemas.microsoft.com/office/drawing/2014/main" id="{5510C3EA-94DE-4B08-BD11-6B61C8C7F14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836170" y="1491268"/>
            <a:ext cx="895352" cy="89535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Char char="•"/>
              <a:defRPr sz="10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51" name="Google Shape;151;p126">
            <a:extLst xmlns:a="http://schemas.openxmlformats.org/drawingml/2006/main">
              <a:ext uri="{FF2B5EF4-FFF2-40B4-BE49-F238E27FC236}">
                <a16:creationId xmlns:a16="http://schemas.microsoft.com/office/drawing/2014/main" id="{98301A61-0682-4D71-B333-CA4B387393C4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2480031" y="1491268"/>
            <a:ext cx="895352" cy="89535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Char char="•"/>
              <a:defRPr sz="10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52" name="Google Shape;152;p126">
            <a:extLst xmlns:a="http://schemas.openxmlformats.org/drawingml/2006/main">
              <a:ext uri="{FF2B5EF4-FFF2-40B4-BE49-F238E27FC236}">
                <a16:creationId xmlns:a16="http://schemas.microsoft.com/office/drawing/2014/main" id="{9199E446-ACCB-4D57-997C-E7B50D3BA8B0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4123891" y="1491268"/>
            <a:ext cx="895352" cy="89535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Char char="•"/>
              <a:defRPr sz="10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53" name="Google Shape;153;p126">
            <a:extLst xmlns:a="http://schemas.openxmlformats.org/drawingml/2006/main">
              <a:ext uri="{FF2B5EF4-FFF2-40B4-BE49-F238E27FC236}">
                <a16:creationId xmlns:a16="http://schemas.microsoft.com/office/drawing/2014/main" id="{B2BD4793-9B8C-4E9E-AE21-D460D25FD5C7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5767750" y="1491268"/>
            <a:ext cx="895352" cy="89535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Char char="•"/>
              <a:defRPr sz="10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54" name="Google Shape;154;p126">
            <a:extLst xmlns:a="http://schemas.openxmlformats.org/drawingml/2006/main">
              <a:ext uri="{FF2B5EF4-FFF2-40B4-BE49-F238E27FC236}">
                <a16:creationId xmlns:a16="http://schemas.microsoft.com/office/drawing/2014/main" id="{DFD510B5-7A00-4C14-AB5F-CFBB8A9BA3C8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7411612" y="1491268"/>
            <a:ext cx="895352" cy="89535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Char char="•"/>
              <a:defRPr sz="10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55" name="Google Shape;155;p126">
            <a:extLst xmlns:a="http://schemas.openxmlformats.org/drawingml/2006/main">
              <a:ext uri="{FF2B5EF4-FFF2-40B4-BE49-F238E27FC236}">
                <a16:creationId xmlns:a16="http://schemas.microsoft.com/office/drawing/2014/main" id="{560DF17A-C2FA-47E2-9D4E-489494999E0A}"/>
              </a:ext>
            </a:extLst>
          </p:cNvPr>
          <p:cNvSpPr>
            <a:spLocks xmlns:a="http://schemas.openxmlformats.org/drawingml/2006/main" noGrp="1"/>
          </p:cNvSpPr>
          <p:nvPr>
            <p:ph type="pic" idx="7"/>
          </p:nvPr>
        </p:nvSpPr>
        <p:spPr>
          <a:xfrm xmlns:a="http://schemas.openxmlformats.org/drawingml/2006/main">
            <a:off x="836170" y="2990521"/>
            <a:ext cx="895352" cy="89535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Char char="•"/>
              <a:defRPr sz="10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56" name="Google Shape;156;p126">
            <a:extLst xmlns:a="http://schemas.openxmlformats.org/drawingml/2006/main">
              <a:ext uri="{FF2B5EF4-FFF2-40B4-BE49-F238E27FC236}">
                <a16:creationId xmlns:a16="http://schemas.microsoft.com/office/drawing/2014/main" id="{56AC2869-FBF1-4790-90E9-14E2738C9E33}"/>
              </a:ext>
            </a:extLst>
          </p:cNvPr>
          <p:cNvSpPr>
            <a:spLocks xmlns:a="http://schemas.openxmlformats.org/drawingml/2006/main" noGrp="1"/>
          </p:cNvSpPr>
          <p:nvPr>
            <p:ph type="pic" idx="8"/>
          </p:nvPr>
        </p:nvSpPr>
        <p:spPr>
          <a:xfrm xmlns:a="http://schemas.openxmlformats.org/drawingml/2006/main">
            <a:off x="2480031" y="2990521"/>
            <a:ext cx="895352" cy="89535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Char char="•"/>
              <a:defRPr sz="10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57" name="Google Shape;157;p126">
            <a:extLst xmlns:a="http://schemas.openxmlformats.org/drawingml/2006/main">
              <a:ext uri="{FF2B5EF4-FFF2-40B4-BE49-F238E27FC236}">
                <a16:creationId xmlns:a16="http://schemas.microsoft.com/office/drawing/2014/main" id="{2B9F8B05-F0E4-4CEB-8937-A8AEB9F1F2D6}"/>
              </a:ext>
            </a:extLst>
          </p:cNvPr>
          <p:cNvSpPr>
            <a:spLocks xmlns:a="http://schemas.openxmlformats.org/drawingml/2006/main" noGrp="1"/>
          </p:cNvSpPr>
          <p:nvPr>
            <p:ph type="pic" idx="9"/>
          </p:nvPr>
        </p:nvSpPr>
        <p:spPr>
          <a:xfrm xmlns:a="http://schemas.openxmlformats.org/drawingml/2006/main">
            <a:off x="4123891" y="2990521"/>
            <a:ext cx="895352" cy="89535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Char char="•"/>
              <a:defRPr sz="10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58" name="Google Shape;158;p126">
            <a:extLst xmlns:a="http://schemas.openxmlformats.org/drawingml/2006/main">
              <a:ext uri="{FF2B5EF4-FFF2-40B4-BE49-F238E27FC236}">
                <a16:creationId xmlns:a16="http://schemas.microsoft.com/office/drawing/2014/main" id="{013BF376-B5AD-4F26-ABD4-848B545B7BB8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5767750" y="2990521"/>
            <a:ext cx="895352" cy="89535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Char char="•"/>
              <a:defRPr sz="10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59" name="Google Shape;159;p126">
            <a:extLst xmlns:a="http://schemas.openxmlformats.org/drawingml/2006/main">
              <a:ext uri="{FF2B5EF4-FFF2-40B4-BE49-F238E27FC236}">
                <a16:creationId xmlns:a16="http://schemas.microsoft.com/office/drawing/2014/main" id="{D5363ADC-E78A-4BB2-845A-FE717D8BDFAC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7411612" y="2990521"/>
            <a:ext cx="895352" cy="89535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Char char="•"/>
              <a:defRPr sz="10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60" name="Google Shape;160;p126">
            <a:extLst xmlns:a="http://schemas.openxmlformats.org/drawingml/2006/main">
              <a:ext uri="{FF2B5EF4-FFF2-40B4-BE49-F238E27FC236}">
                <a16:creationId xmlns:a16="http://schemas.microsoft.com/office/drawing/2014/main" id="{DB2B992A-C476-42A1-A81A-71FB12F4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423" y="4722842"/>
            <a:ext cx="206993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rPr>
              <a:t>‹#›</a:t>
            </a:fld>
          </a:p>
        </p:txBody>
      </p:sp>
      <p:sp>
        <p:nvSpPr>
          <p:cNvPr id="161" name="Google Shape;161;p126">
            <a:extLst xmlns:a="http://schemas.openxmlformats.org/drawingml/2006/main">
              <a:ext uri="{FF2B5EF4-FFF2-40B4-BE49-F238E27FC236}">
                <a16:creationId xmlns:a16="http://schemas.microsoft.com/office/drawing/2014/main" id="{ABEA954A-421C-455C-93FE-EC3FD2696A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4203" y="575841"/>
            <a:ext cx="7953374" cy="383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189" marR="0" indent="-22859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200" b="0" i="0" u="none" cap="none">
                <a:solidFill>
                  <a:schemeClr val="accent1"/>
                </a:solidFill>
                <a:latin typeface="Lato Black"/>
                <a:ea typeface="Lato Black"/>
                <a:cs typeface="Lato Black"/>
              </a:defRPr>
            </a:lvl1pPr>
            <a:lvl2pPr marL="914378" marR="0" indent="-34289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566" marR="0" indent="-32384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754" marR="0" indent="-31431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5943" marR="0" indent="-31431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132" marR="0" indent="-31431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320" marR="0" indent="-31431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509" marR="0" indent="-31431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697" marR="0" indent="-31431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62" name="Google Shape;162;p126">
            <a:extLst xmlns:a="http://schemas.openxmlformats.org/drawingml/2006/main">
              <a:ext uri="{FF2B5EF4-FFF2-40B4-BE49-F238E27FC236}">
                <a16:creationId xmlns:a16="http://schemas.microsoft.com/office/drawing/2014/main" id="{E6153914-C61F-4D5D-8653-465F44F91F8F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593725" y="959101"/>
            <a:ext cx="7953374" cy="141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189" marR="0" indent="-228594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Arial"/>
              <a:buNone/>
              <a:defRPr sz="9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L="914378" marR="0" indent="-34289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566" marR="0" indent="-32384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754" marR="0" indent="-31431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5943" marR="0" indent="-31431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132" marR="0" indent="-31431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320" marR="0" indent="-31431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509" marR="0" indent="-31431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697" marR="0" indent="-31431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cxnSp>
        <p:nvCxnSpPr>
          <p:cNvPr id="194" name="Google Shape;163;p126"/>
          <p:cNvCxnSpPr/>
          <p:nvPr/>
        </p:nvCxnSpPr>
        <p:spPr>
          <a:xfrm xmlns:a="http://schemas.openxmlformats.org/drawingml/2006/main">
            <a:off x="593725" y="492067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64" name="Google Shape;164;p126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C7FDE822-446F-495A-B902-289B85C3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29" y="4713317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883" y="679"/>
                </a:moveTo>
                <a:cubicBezTo>
                  <a:pt x="1338" y="1175"/>
                  <a:pt x="1338" y="1175"/>
                  <a:pt x="1338" y="1175"/>
                </a:cubicBezTo>
                <a:cubicBezTo>
                  <a:pt x="883" y="1671"/>
                  <a:pt x="883" y="1671"/>
                  <a:pt x="883" y="1671"/>
                </a:cubicBezTo>
                <a:cubicBezTo>
                  <a:pt x="844" y="1710"/>
                  <a:pt x="844" y="1774"/>
                  <a:pt x="883" y="1813"/>
                </a:cubicBezTo>
                <a:cubicBezTo>
                  <a:pt x="922" y="1852"/>
                  <a:pt x="985" y="1852"/>
                  <a:pt x="1023" y="1813"/>
                </a:cubicBezTo>
                <a:cubicBezTo>
                  <a:pt x="1579" y="1246"/>
                  <a:pt x="1579" y="1246"/>
                  <a:pt x="1579" y="1246"/>
                </a:cubicBezTo>
                <a:cubicBezTo>
                  <a:pt x="1618" y="1207"/>
                  <a:pt x="1618" y="1143"/>
                  <a:pt x="1579" y="1104"/>
                </a:cubicBezTo>
                <a:cubicBezTo>
                  <a:pt x="1023" y="537"/>
                  <a:pt x="1023" y="537"/>
                  <a:pt x="1023" y="537"/>
                </a:cubicBezTo>
                <a:cubicBezTo>
                  <a:pt x="985" y="498"/>
                  <a:pt x="922" y="498"/>
                  <a:pt x="883" y="537"/>
                </a:cubicBezTo>
                <a:cubicBezTo>
                  <a:pt x="844" y="576"/>
                  <a:pt x="844" y="640"/>
                  <a:pt x="883" y="679"/>
                </a:cubicBezTo>
                <a:close/>
                <a:moveTo>
                  <a:pt x="0" y="1175"/>
                </a:move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lose/>
                <a:moveTo>
                  <a:pt x="2198" y="1175"/>
                </a:move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165" name="Google Shape;165;p126">
            <a:hlinkClick xmlns:a="http://schemas.openxmlformats.org/drawingml/2006/main" action="ppaction://hlinkshowjump?jump=previousslide"/>
            <a:extLst xmlns:a="http://schemas.openxmlformats.org/drawingml/2006/main">
              <a:ext uri="{FF2B5EF4-FFF2-40B4-BE49-F238E27FC236}">
                <a16:creationId xmlns:a16="http://schemas.microsoft.com/office/drawing/2014/main" id="{AEC3A6E7-3BF8-4133-8DCC-2B270399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098" y="4713317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1467" y="1671"/>
                </a:moveTo>
                <a:cubicBezTo>
                  <a:pt x="1012" y="1175"/>
                  <a:pt x="1012" y="1175"/>
                  <a:pt x="1012" y="1175"/>
                </a:cubicBezTo>
                <a:cubicBezTo>
                  <a:pt x="1467" y="679"/>
                  <a:pt x="1467" y="679"/>
                  <a:pt x="1467" y="679"/>
                </a:cubicBezTo>
                <a:cubicBezTo>
                  <a:pt x="1506" y="640"/>
                  <a:pt x="1506" y="576"/>
                  <a:pt x="1467" y="537"/>
                </a:cubicBezTo>
                <a:cubicBezTo>
                  <a:pt x="1428" y="498"/>
                  <a:pt x="1365" y="498"/>
                  <a:pt x="1327" y="537"/>
                </a:cubicBezTo>
                <a:cubicBezTo>
                  <a:pt x="771" y="1104"/>
                  <a:pt x="771" y="1104"/>
                  <a:pt x="771" y="1104"/>
                </a:cubicBezTo>
                <a:cubicBezTo>
                  <a:pt x="732" y="1143"/>
                  <a:pt x="732" y="1207"/>
                  <a:pt x="771" y="1246"/>
                </a:cubicBezTo>
                <a:cubicBezTo>
                  <a:pt x="1327" y="1813"/>
                  <a:pt x="1327" y="1813"/>
                  <a:pt x="1327" y="1813"/>
                </a:cubicBezTo>
                <a:cubicBezTo>
                  <a:pt x="1365" y="1852"/>
                  <a:pt x="1428" y="1852"/>
                  <a:pt x="1467" y="1813"/>
                </a:cubicBezTo>
                <a:cubicBezTo>
                  <a:pt x="1506" y="1774"/>
                  <a:pt x="1506" y="1710"/>
                  <a:pt x="1467" y="1671"/>
                </a:cubicBezTo>
                <a:close/>
                <a:moveTo>
                  <a:pt x="2350" y="1175"/>
                </a:move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lose/>
                <a:moveTo>
                  <a:pt x="152" y="1175"/>
                </a:move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166" name="Google Shape;166;p126">
            <a:extLst xmlns:a="http://schemas.openxmlformats.org/drawingml/2006/main">
              <a:ext uri="{FF2B5EF4-FFF2-40B4-BE49-F238E27FC236}">
                <a16:creationId xmlns:a16="http://schemas.microsoft.com/office/drawing/2014/main" id="{5DEDA081-0D48-498D-9426-9EA4F44B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6" y="4722842"/>
            <a:ext cx="1783555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chemeClr val="accent3"/>
                </a:solidFill>
                <a:latin typeface="Lato"/>
                <a:ea typeface="Lato"/>
                <a:cs typeface="Lato"/>
              </a:rPr>
              <a:t>180 DEGREES </a:t>
            </a:r>
            <a:r>
              <a:rPr sz="800" b="1" i="0" u="none" cap="none">
                <a:solidFill>
                  <a:schemeClr val="accent2"/>
                </a:solidFill>
                <a:latin typeface="Lato"/>
                <a:ea typeface="Lato"/>
                <a:cs typeface="Lato"/>
              </a:rPr>
              <a:t>CONSULTING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Simple Portfolio Single Show">
  <p:cSld name="Simple Portfolio Single Show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114">
            <a:extLst xmlns:a="http://schemas.openxmlformats.org/drawingml/2006/main">
              <a:ext uri="{FF2B5EF4-FFF2-40B4-BE49-F238E27FC236}">
                <a16:creationId xmlns:a16="http://schemas.microsoft.com/office/drawing/2014/main" id="{E09418C6-EF93-4A98-B383-2468B15A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422" y="4722841"/>
            <a:ext cx="206993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rPr>
              <a:t>‹#›</a:t>
            </a:fld>
          </a:p>
        </p:txBody>
      </p:sp>
      <p:sp>
        <p:nvSpPr>
          <p:cNvPr id="42" name="Google Shape;42;p114">
            <a:extLst xmlns:a="http://schemas.openxmlformats.org/drawingml/2006/main">
              <a:ext uri="{FF2B5EF4-FFF2-40B4-BE49-F238E27FC236}">
                <a16:creationId xmlns:a16="http://schemas.microsoft.com/office/drawing/2014/main" id="{8D4C5E13-D83D-4BE7-A578-773EFF2BA1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4202" y="575841"/>
            <a:ext cx="7953374" cy="383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200" b="0" i="0" u="none" cap="none">
                <a:solidFill>
                  <a:schemeClr val="accent1"/>
                </a:solidFill>
                <a:latin typeface="Lato Black"/>
                <a:ea typeface="Lato Black"/>
                <a:cs typeface="Lato Black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43" name="Google Shape;43;p114">
            <a:extLst xmlns:a="http://schemas.openxmlformats.org/drawingml/2006/main">
              <a:ext uri="{FF2B5EF4-FFF2-40B4-BE49-F238E27FC236}">
                <a16:creationId xmlns:a16="http://schemas.microsoft.com/office/drawing/2014/main" id="{5D4079B8-27A7-4F1F-AF90-32A5C401F73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3725" y="959101"/>
            <a:ext cx="7953374" cy="141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Arial"/>
              <a:buNone/>
              <a:defRPr sz="9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cxnSp>
        <p:nvCxnSpPr>
          <p:cNvPr id="56" name="Google Shape;44;p114"/>
          <p:cNvCxnSpPr/>
          <p:nvPr/>
        </p:nvCxnSpPr>
        <p:spPr>
          <a:xfrm xmlns:a="http://schemas.openxmlformats.org/drawingml/2006/main">
            <a:off x="593725" y="492067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45" name="Google Shape;45;p114">
            <a:extLst xmlns:a="http://schemas.openxmlformats.org/drawingml/2006/main">
              <a:ext uri="{FF2B5EF4-FFF2-40B4-BE49-F238E27FC236}">
                <a16:creationId xmlns:a16="http://schemas.microsoft.com/office/drawing/2014/main" id="{702C1F90-3F7C-480F-9E43-F3AEA14A00E9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593725" y="1543049"/>
            <a:ext cx="3986742" cy="2756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Char char="•"/>
              <a:defRPr sz="10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46" name="Google Shape;46;p114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A1F1A43B-EAFD-4F75-919C-35EFA1F6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28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883" y="679"/>
                </a:moveTo>
                <a:cubicBezTo>
                  <a:pt x="1338" y="1175"/>
                  <a:pt x="1338" y="1175"/>
                  <a:pt x="1338" y="1175"/>
                </a:cubicBezTo>
                <a:cubicBezTo>
                  <a:pt x="883" y="1671"/>
                  <a:pt x="883" y="1671"/>
                  <a:pt x="883" y="1671"/>
                </a:cubicBezTo>
                <a:cubicBezTo>
                  <a:pt x="844" y="1710"/>
                  <a:pt x="844" y="1774"/>
                  <a:pt x="883" y="1813"/>
                </a:cubicBezTo>
                <a:cubicBezTo>
                  <a:pt x="922" y="1852"/>
                  <a:pt x="985" y="1852"/>
                  <a:pt x="1023" y="1813"/>
                </a:cubicBezTo>
                <a:cubicBezTo>
                  <a:pt x="1579" y="1246"/>
                  <a:pt x="1579" y="1246"/>
                  <a:pt x="1579" y="1246"/>
                </a:cubicBezTo>
                <a:cubicBezTo>
                  <a:pt x="1618" y="1207"/>
                  <a:pt x="1618" y="1143"/>
                  <a:pt x="1579" y="1104"/>
                </a:cubicBezTo>
                <a:cubicBezTo>
                  <a:pt x="1023" y="537"/>
                  <a:pt x="1023" y="537"/>
                  <a:pt x="1023" y="537"/>
                </a:cubicBezTo>
                <a:cubicBezTo>
                  <a:pt x="985" y="498"/>
                  <a:pt x="922" y="498"/>
                  <a:pt x="883" y="537"/>
                </a:cubicBezTo>
                <a:cubicBezTo>
                  <a:pt x="844" y="576"/>
                  <a:pt x="844" y="640"/>
                  <a:pt x="883" y="679"/>
                </a:cubicBezTo>
                <a:close/>
                <a:moveTo>
                  <a:pt x="0" y="1175"/>
                </a:move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lose/>
                <a:moveTo>
                  <a:pt x="2198" y="1175"/>
                </a:move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47" name="Google Shape;47;p114">
            <a:hlinkClick xmlns:a="http://schemas.openxmlformats.org/drawingml/2006/main" action="ppaction://hlinkshowjump?jump=previousslide"/>
            <a:extLst xmlns:a="http://schemas.openxmlformats.org/drawingml/2006/main">
              <a:ext uri="{FF2B5EF4-FFF2-40B4-BE49-F238E27FC236}">
                <a16:creationId xmlns:a16="http://schemas.microsoft.com/office/drawing/2014/main" id="{1DF5C9B7-9DF7-4239-A200-336BA4DC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097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1467" y="1671"/>
                </a:moveTo>
                <a:cubicBezTo>
                  <a:pt x="1012" y="1175"/>
                  <a:pt x="1012" y="1175"/>
                  <a:pt x="1012" y="1175"/>
                </a:cubicBezTo>
                <a:cubicBezTo>
                  <a:pt x="1467" y="679"/>
                  <a:pt x="1467" y="679"/>
                  <a:pt x="1467" y="679"/>
                </a:cubicBezTo>
                <a:cubicBezTo>
                  <a:pt x="1506" y="640"/>
                  <a:pt x="1506" y="576"/>
                  <a:pt x="1467" y="537"/>
                </a:cubicBezTo>
                <a:cubicBezTo>
                  <a:pt x="1428" y="498"/>
                  <a:pt x="1365" y="498"/>
                  <a:pt x="1327" y="537"/>
                </a:cubicBezTo>
                <a:cubicBezTo>
                  <a:pt x="771" y="1104"/>
                  <a:pt x="771" y="1104"/>
                  <a:pt x="771" y="1104"/>
                </a:cubicBezTo>
                <a:cubicBezTo>
                  <a:pt x="732" y="1143"/>
                  <a:pt x="732" y="1207"/>
                  <a:pt x="771" y="1246"/>
                </a:cubicBezTo>
                <a:cubicBezTo>
                  <a:pt x="1327" y="1813"/>
                  <a:pt x="1327" y="1813"/>
                  <a:pt x="1327" y="1813"/>
                </a:cubicBezTo>
                <a:cubicBezTo>
                  <a:pt x="1365" y="1852"/>
                  <a:pt x="1428" y="1852"/>
                  <a:pt x="1467" y="1813"/>
                </a:cubicBezTo>
                <a:cubicBezTo>
                  <a:pt x="1506" y="1774"/>
                  <a:pt x="1506" y="1710"/>
                  <a:pt x="1467" y="1671"/>
                </a:cubicBezTo>
                <a:close/>
                <a:moveTo>
                  <a:pt x="2350" y="1175"/>
                </a:move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lose/>
                <a:moveTo>
                  <a:pt x="152" y="1175"/>
                </a:move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48" name="Google Shape;48;p114">
            <a:extLst xmlns:a="http://schemas.openxmlformats.org/drawingml/2006/main">
              <a:ext uri="{FF2B5EF4-FFF2-40B4-BE49-F238E27FC236}">
                <a16:creationId xmlns:a16="http://schemas.microsoft.com/office/drawing/2014/main" id="{9B4EE78C-CC80-4649-9E7F-D4DAE4DA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5" y="4722841"/>
            <a:ext cx="1783555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chemeClr val="accent3"/>
                </a:solidFill>
                <a:latin typeface="Lato"/>
                <a:ea typeface="Lato"/>
                <a:cs typeface="Lato"/>
              </a:rPr>
              <a:t>180 DEGREES </a:t>
            </a:r>
            <a:r>
              <a:rPr sz="800" b="1" i="0" u="none" cap="none">
                <a:solidFill>
                  <a:schemeClr val="accent2"/>
                </a:solidFill>
                <a:latin typeface="Lato"/>
                <a:ea typeface="Lato"/>
                <a:cs typeface="Lato"/>
              </a:rPr>
              <a:t>CONSULTING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Various Project Show Case">
  <p:cSld name="Various Project Show Ca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Google Shape;64;p117">
            <a:extLst xmlns:a="http://schemas.openxmlformats.org/drawingml/2006/main">
              <a:ext uri="{FF2B5EF4-FFF2-40B4-BE49-F238E27FC236}">
                <a16:creationId xmlns:a16="http://schemas.microsoft.com/office/drawing/2014/main" id="{9683BA5E-3503-4594-87BF-1C51073ADD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4202" y="575841"/>
            <a:ext cx="7953374" cy="383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200" b="0" i="0" u="none" cap="none">
                <a:solidFill>
                  <a:schemeClr val="accent1"/>
                </a:solidFill>
                <a:latin typeface="Lato Black"/>
                <a:ea typeface="Lato Black"/>
                <a:cs typeface="Lato Black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65" name="Google Shape;65;p117">
            <a:extLst xmlns:a="http://schemas.openxmlformats.org/drawingml/2006/main">
              <a:ext uri="{FF2B5EF4-FFF2-40B4-BE49-F238E27FC236}">
                <a16:creationId xmlns:a16="http://schemas.microsoft.com/office/drawing/2014/main" id="{6E2C06F2-B13F-438B-9557-55D13900A2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3725" y="959101"/>
            <a:ext cx="7953374" cy="141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Arial"/>
              <a:buNone/>
              <a:defRPr sz="9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cxnSp>
        <p:nvCxnSpPr>
          <p:cNvPr id="80" name="Google Shape;66;p117"/>
          <p:cNvCxnSpPr/>
          <p:nvPr/>
        </p:nvCxnSpPr>
        <p:spPr>
          <a:xfrm xmlns:a="http://schemas.openxmlformats.org/drawingml/2006/main">
            <a:off x="593725" y="492067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67" name="Google Shape;67;p117">
            <a:extLst xmlns:a="http://schemas.openxmlformats.org/drawingml/2006/main">
              <a:ext uri="{FF2B5EF4-FFF2-40B4-BE49-F238E27FC236}">
                <a16:creationId xmlns:a16="http://schemas.microsoft.com/office/drawing/2014/main" id="{EE5634F3-1F65-4A2C-A786-598AADDC6D89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594391" y="1543050"/>
            <a:ext cx="1984248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Char char="•"/>
              <a:defRPr sz="12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68" name="Google Shape;68;p117">
            <a:extLst xmlns:a="http://schemas.openxmlformats.org/drawingml/2006/main">
              <a:ext uri="{FF2B5EF4-FFF2-40B4-BE49-F238E27FC236}">
                <a16:creationId xmlns:a16="http://schemas.microsoft.com/office/drawing/2014/main" id="{50009F39-552D-4315-84C5-07D73250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2" y="4731464"/>
            <a:ext cx="1783555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chemeClr val="accent3"/>
                </a:solidFill>
                <a:latin typeface="Lato"/>
                <a:ea typeface="Lato"/>
                <a:cs typeface="Lato"/>
              </a:rPr>
              <a:t>180 DEGREES </a:t>
            </a:r>
            <a:r>
              <a:rPr sz="800" b="1" i="0" u="none" cap="none">
                <a:solidFill>
                  <a:schemeClr val="accent2"/>
                </a:solidFill>
                <a:latin typeface="Lato"/>
                <a:ea typeface="Lato"/>
                <a:cs typeface="Lato"/>
              </a:rPr>
              <a:t>CONSULTING</a:t>
            </a:r>
          </a:p>
        </p:txBody>
      </p:sp>
      <p:sp>
        <p:nvSpPr>
          <p:cNvPr id="69" name="Google Shape;69;p117">
            <a:extLst xmlns:a="http://schemas.openxmlformats.org/drawingml/2006/main">
              <a:ext uri="{FF2B5EF4-FFF2-40B4-BE49-F238E27FC236}">
                <a16:creationId xmlns:a16="http://schemas.microsoft.com/office/drawing/2014/main" id="{3666D870-F0BA-42B8-BE8D-517A08A1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422" y="4722841"/>
            <a:ext cx="206993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rPr>
              <a:t>‹#›</a:t>
            </a:fld>
          </a:p>
        </p:txBody>
      </p:sp>
      <p:sp>
        <p:nvSpPr>
          <p:cNvPr id="70" name="Google Shape;70;p117">
            <a:extLst xmlns:a="http://schemas.openxmlformats.org/drawingml/2006/main">
              <a:ext uri="{FF2B5EF4-FFF2-40B4-BE49-F238E27FC236}">
                <a16:creationId xmlns:a16="http://schemas.microsoft.com/office/drawing/2014/main" id="{3D12258C-B196-4A13-BDF6-E0D2804DF3AD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4561555" y="1543050"/>
            <a:ext cx="1984248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Char char="•"/>
              <a:defRPr sz="12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71" name="Google Shape;71;p117">
            <a:extLst xmlns:a="http://schemas.openxmlformats.org/drawingml/2006/main">
              <a:ext uri="{FF2B5EF4-FFF2-40B4-BE49-F238E27FC236}">
                <a16:creationId xmlns:a16="http://schemas.microsoft.com/office/drawing/2014/main" id="{C73EC270-2223-4574-AADA-362148251359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2577973" y="2913398"/>
            <a:ext cx="1984248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Char char="•"/>
              <a:defRPr sz="12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72" name="Google Shape;72;p117">
            <a:extLst xmlns:a="http://schemas.openxmlformats.org/drawingml/2006/main">
              <a:ext uri="{FF2B5EF4-FFF2-40B4-BE49-F238E27FC236}">
                <a16:creationId xmlns:a16="http://schemas.microsoft.com/office/drawing/2014/main" id="{92E3C40C-CFAA-4367-B007-8E28D5C6D399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6545137" y="2913398"/>
            <a:ext cx="1984248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Char char="•"/>
              <a:defRPr sz="12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73" name="Google Shape;73;p117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0E763913-28DA-4F22-8F97-D2CDEB8E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28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883" y="679"/>
                </a:moveTo>
                <a:cubicBezTo>
                  <a:pt x="1338" y="1175"/>
                  <a:pt x="1338" y="1175"/>
                  <a:pt x="1338" y="1175"/>
                </a:cubicBezTo>
                <a:cubicBezTo>
                  <a:pt x="883" y="1671"/>
                  <a:pt x="883" y="1671"/>
                  <a:pt x="883" y="1671"/>
                </a:cubicBezTo>
                <a:cubicBezTo>
                  <a:pt x="844" y="1710"/>
                  <a:pt x="844" y="1774"/>
                  <a:pt x="883" y="1813"/>
                </a:cubicBezTo>
                <a:cubicBezTo>
                  <a:pt x="922" y="1852"/>
                  <a:pt x="985" y="1852"/>
                  <a:pt x="1023" y="1813"/>
                </a:cubicBezTo>
                <a:cubicBezTo>
                  <a:pt x="1579" y="1246"/>
                  <a:pt x="1579" y="1246"/>
                  <a:pt x="1579" y="1246"/>
                </a:cubicBezTo>
                <a:cubicBezTo>
                  <a:pt x="1618" y="1207"/>
                  <a:pt x="1618" y="1143"/>
                  <a:pt x="1579" y="1104"/>
                </a:cubicBezTo>
                <a:cubicBezTo>
                  <a:pt x="1023" y="537"/>
                  <a:pt x="1023" y="537"/>
                  <a:pt x="1023" y="537"/>
                </a:cubicBezTo>
                <a:cubicBezTo>
                  <a:pt x="985" y="498"/>
                  <a:pt x="922" y="498"/>
                  <a:pt x="883" y="537"/>
                </a:cubicBezTo>
                <a:cubicBezTo>
                  <a:pt x="844" y="576"/>
                  <a:pt x="844" y="640"/>
                  <a:pt x="883" y="679"/>
                </a:cubicBezTo>
                <a:close/>
                <a:moveTo>
                  <a:pt x="0" y="1175"/>
                </a:move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lose/>
                <a:moveTo>
                  <a:pt x="2198" y="1175"/>
                </a:move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74" name="Google Shape;74;p117">
            <a:hlinkClick xmlns:a="http://schemas.openxmlformats.org/drawingml/2006/main" action="ppaction://hlinkshowjump?jump=previousslide"/>
            <a:extLst xmlns:a="http://schemas.openxmlformats.org/drawingml/2006/main">
              <a:ext uri="{FF2B5EF4-FFF2-40B4-BE49-F238E27FC236}">
                <a16:creationId xmlns:a16="http://schemas.microsoft.com/office/drawing/2014/main" id="{82A4A882-0B6F-4494-BDE7-8AB324F2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097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1467" y="1671"/>
                </a:moveTo>
                <a:cubicBezTo>
                  <a:pt x="1012" y="1175"/>
                  <a:pt x="1012" y="1175"/>
                  <a:pt x="1012" y="1175"/>
                </a:cubicBezTo>
                <a:cubicBezTo>
                  <a:pt x="1467" y="679"/>
                  <a:pt x="1467" y="679"/>
                  <a:pt x="1467" y="679"/>
                </a:cubicBezTo>
                <a:cubicBezTo>
                  <a:pt x="1506" y="640"/>
                  <a:pt x="1506" y="576"/>
                  <a:pt x="1467" y="537"/>
                </a:cubicBezTo>
                <a:cubicBezTo>
                  <a:pt x="1428" y="498"/>
                  <a:pt x="1365" y="498"/>
                  <a:pt x="1327" y="537"/>
                </a:cubicBezTo>
                <a:cubicBezTo>
                  <a:pt x="771" y="1104"/>
                  <a:pt x="771" y="1104"/>
                  <a:pt x="771" y="1104"/>
                </a:cubicBezTo>
                <a:cubicBezTo>
                  <a:pt x="732" y="1143"/>
                  <a:pt x="732" y="1207"/>
                  <a:pt x="771" y="1246"/>
                </a:cubicBezTo>
                <a:cubicBezTo>
                  <a:pt x="1327" y="1813"/>
                  <a:pt x="1327" y="1813"/>
                  <a:pt x="1327" y="1813"/>
                </a:cubicBezTo>
                <a:cubicBezTo>
                  <a:pt x="1365" y="1852"/>
                  <a:pt x="1428" y="1852"/>
                  <a:pt x="1467" y="1813"/>
                </a:cubicBezTo>
                <a:cubicBezTo>
                  <a:pt x="1506" y="1774"/>
                  <a:pt x="1506" y="1710"/>
                  <a:pt x="1467" y="1671"/>
                </a:cubicBezTo>
                <a:close/>
                <a:moveTo>
                  <a:pt x="2350" y="1175"/>
                </a:move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lose/>
                <a:moveTo>
                  <a:pt x="152" y="1175"/>
                </a:move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Small Picture at Left Side">
  <p:cSld name="Small Picture at Left S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2" name="Google Shape;192;p130">
            <a:extLst xmlns:a="http://schemas.openxmlformats.org/drawingml/2006/main">
              <a:ext uri="{FF2B5EF4-FFF2-40B4-BE49-F238E27FC236}">
                <a16:creationId xmlns:a16="http://schemas.microsoft.com/office/drawing/2014/main" id="{210CB0E6-84D5-4A86-83C8-25CC3392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423" y="4722842"/>
            <a:ext cx="206993" cy="123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rPr>
              <a:t>‹#›</a:t>
            </a:fld>
          </a:p>
        </p:txBody>
      </p:sp>
      <p:sp>
        <p:nvSpPr>
          <p:cNvPr id="193" name="Google Shape;193;p130">
            <a:extLst xmlns:a="http://schemas.openxmlformats.org/drawingml/2006/main">
              <a:ext uri="{FF2B5EF4-FFF2-40B4-BE49-F238E27FC236}">
                <a16:creationId xmlns:a16="http://schemas.microsoft.com/office/drawing/2014/main" id="{C2C70CD1-408F-4BDF-89CD-BE5ED52507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4203" y="575841"/>
            <a:ext cx="7953374" cy="383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189" marR="0" indent="-22859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200" b="0" i="0" u="none" cap="none">
                <a:solidFill>
                  <a:schemeClr val="accent1"/>
                </a:solidFill>
                <a:latin typeface="Lato Black"/>
                <a:ea typeface="Lato Black"/>
                <a:cs typeface="Lato Black"/>
              </a:defRPr>
            </a:lvl1pPr>
            <a:lvl2pPr marL="914378" marR="0" indent="-34289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566" marR="0" indent="-32384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754" marR="0" indent="-31431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5943" marR="0" indent="-31431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132" marR="0" indent="-31431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320" marR="0" indent="-31431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509" marR="0" indent="-31431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697" marR="0" indent="-31431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94" name="Google Shape;194;p130">
            <a:extLst xmlns:a="http://schemas.openxmlformats.org/drawingml/2006/main">
              <a:ext uri="{FF2B5EF4-FFF2-40B4-BE49-F238E27FC236}">
                <a16:creationId xmlns:a16="http://schemas.microsoft.com/office/drawing/2014/main" id="{CEAE5449-41ED-4123-B036-32003D3CC14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3725" y="959101"/>
            <a:ext cx="7953374" cy="141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189" marR="0" indent="-228594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Arial"/>
              <a:buNone/>
              <a:defRPr sz="9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L="914378" marR="0" indent="-34289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566" marR="0" indent="-32384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754" marR="0" indent="-31431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5943" marR="0" indent="-31431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132" marR="0" indent="-31431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320" marR="0" indent="-31431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509" marR="0" indent="-31431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697" marR="0" indent="-31431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cxnSp>
        <p:nvCxnSpPr>
          <p:cNvPr id="207" name="Google Shape;195;p130"/>
          <p:cNvCxnSpPr/>
          <p:nvPr/>
        </p:nvCxnSpPr>
        <p:spPr>
          <a:xfrm xmlns:a="http://schemas.openxmlformats.org/drawingml/2006/main">
            <a:off x="593725" y="492067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96" name="Google Shape;196;p130">
            <a:extLst xmlns:a="http://schemas.openxmlformats.org/drawingml/2006/main">
              <a:ext uri="{FF2B5EF4-FFF2-40B4-BE49-F238E27FC236}">
                <a16:creationId xmlns:a16="http://schemas.microsoft.com/office/drawing/2014/main" id="{5A29C59B-268A-4F29-ACBC-0E6680811DC0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593727" y="1543050"/>
            <a:ext cx="2692400" cy="274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Char char="•"/>
              <a:defRPr sz="10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97" name="Google Shape;197;p130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181CB9BA-8120-43C7-A7DD-A0241AF7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29" y="4713317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883" y="679"/>
                </a:moveTo>
                <a:cubicBezTo>
                  <a:pt x="1338" y="1175"/>
                  <a:pt x="1338" y="1175"/>
                  <a:pt x="1338" y="1175"/>
                </a:cubicBezTo>
                <a:cubicBezTo>
                  <a:pt x="883" y="1671"/>
                  <a:pt x="883" y="1671"/>
                  <a:pt x="883" y="1671"/>
                </a:cubicBezTo>
                <a:cubicBezTo>
                  <a:pt x="844" y="1710"/>
                  <a:pt x="844" y="1774"/>
                  <a:pt x="883" y="1813"/>
                </a:cubicBezTo>
                <a:cubicBezTo>
                  <a:pt x="922" y="1852"/>
                  <a:pt x="985" y="1852"/>
                  <a:pt x="1023" y="1813"/>
                </a:cubicBezTo>
                <a:cubicBezTo>
                  <a:pt x="1579" y="1246"/>
                  <a:pt x="1579" y="1246"/>
                  <a:pt x="1579" y="1246"/>
                </a:cubicBezTo>
                <a:cubicBezTo>
                  <a:pt x="1618" y="1207"/>
                  <a:pt x="1618" y="1143"/>
                  <a:pt x="1579" y="1104"/>
                </a:cubicBezTo>
                <a:cubicBezTo>
                  <a:pt x="1023" y="537"/>
                  <a:pt x="1023" y="537"/>
                  <a:pt x="1023" y="537"/>
                </a:cubicBezTo>
                <a:cubicBezTo>
                  <a:pt x="985" y="498"/>
                  <a:pt x="922" y="498"/>
                  <a:pt x="883" y="537"/>
                </a:cubicBezTo>
                <a:cubicBezTo>
                  <a:pt x="844" y="576"/>
                  <a:pt x="844" y="640"/>
                  <a:pt x="883" y="679"/>
                </a:cubicBezTo>
                <a:close/>
                <a:moveTo>
                  <a:pt x="0" y="1175"/>
                </a:move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lose/>
                <a:moveTo>
                  <a:pt x="2198" y="1175"/>
                </a:move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198" name="Google Shape;198;p130">
            <a:hlinkClick xmlns:a="http://schemas.openxmlformats.org/drawingml/2006/main" action="ppaction://hlinkshowjump?jump=previousslide"/>
            <a:extLst xmlns:a="http://schemas.openxmlformats.org/drawingml/2006/main">
              <a:ext uri="{FF2B5EF4-FFF2-40B4-BE49-F238E27FC236}">
                <a16:creationId xmlns:a16="http://schemas.microsoft.com/office/drawing/2014/main" id="{3447BBF9-2262-4365-90E6-8157FB90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098" y="4713317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1467" y="1671"/>
                </a:moveTo>
                <a:cubicBezTo>
                  <a:pt x="1012" y="1175"/>
                  <a:pt x="1012" y="1175"/>
                  <a:pt x="1012" y="1175"/>
                </a:cubicBezTo>
                <a:cubicBezTo>
                  <a:pt x="1467" y="679"/>
                  <a:pt x="1467" y="679"/>
                  <a:pt x="1467" y="679"/>
                </a:cubicBezTo>
                <a:cubicBezTo>
                  <a:pt x="1506" y="640"/>
                  <a:pt x="1506" y="576"/>
                  <a:pt x="1467" y="537"/>
                </a:cubicBezTo>
                <a:cubicBezTo>
                  <a:pt x="1428" y="498"/>
                  <a:pt x="1365" y="498"/>
                  <a:pt x="1327" y="537"/>
                </a:cubicBezTo>
                <a:cubicBezTo>
                  <a:pt x="771" y="1104"/>
                  <a:pt x="771" y="1104"/>
                  <a:pt x="771" y="1104"/>
                </a:cubicBezTo>
                <a:cubicBezTo>
                  <a:pt x="732" y="1143"/>
                  <a:pt x="732" y="1207"/>
                  <a:pt x="771" y="1246"/>
                </a:cubicBezTo>
                <a:cubicBezTo>
                  <a:pt x="1327" y="1813"/>
                  <a:pt x="1327" y="1813"/>
                  <a:pt x="1327" y="1813"/>
                </a:cubicBezTo>
                <a:cubicBezTo>
                  <a:pt x="1365" y="1852"/>
                  <a:pt x="1428" y="1852"/>
                  <a:pt x="1467" y="1813"/>
                </a:cubicBezTo>
                <a:cubicBezTo>
                  <a:pt x="1506" y="1774"/>
                  <a:pt x="1506" y="1710"/>
                  <a:pt x="1467" y="1671"/>
                </a:cubicBezTo>
                <a:close/>
                <a:moveTo>
                  <a:pt x="2350" y="1175"/>
                </a:move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lose/>
                <a:moveTo>
                  <a:pt x="152" y="1175"/>
                </a:move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199" name="Google Shape;199;p130">
            <a:extLst xmlns:a="http://schemas.openxmlformats.org/drawingml/2006/main">
              <a:ext uri="{FF2B5EF4-FFF2-40B4-BE49-F238E27FC236}">
                <a16:creationId xmlns:a16="http://schemas.microsoft.com/office/drawing/2014/main" id="{BE58B9CD-649B-404F-A494-E20DC6B7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6" y="4722842"/>
            <a:ext cx="1783555" cy="123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chemeClr val="accent3"/>
                </a:solidFill>
                <a:latin typeface="Lato"/>
                <a:ea typeface="Lato"/>
                <a:cs typeface="Lato"/>
              </a:rPr>
              <a:t>180 DEGREES </a:t>
            </a:r>
            <a:r>
              <a:rPr sz="800" b="1" i="0" u="none" cap="none">
                <a:solidFill>
                  <a:schemeClr val="accent2"/>
                </a:solidFill>
                <a:latin typeface="Lato"/>
                <a:ea typeface="Lato"/>
                <a:cs typeface="Lato"/>
              </a:rPr>
              <a:t>CONSULTING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72983f2436409a" /><Relationship Type="http://schemas.openxmlformats.org/officeDocument/2006/relationships/slideLayout" Target="/ppt/slideLayouts/slideLayout1.xml" Id="R0450ccb5c9ce4ad7" /><Relationship Type="http://schemas.openxmlformats.org/officeDocument/2006/relationships/slideLayout" Target="/ppt/slideLayouts/slideLayout2.xml" Id="R05d8d51ccb704d8e" /><Relationship Type="http://schemas.openxmlformats.org/officeDocument/2006/relationships/slideLayout" Target="/ppt/slideLayouts/slideLayout3.xml" Id="R160015421da04d30" /><Relationship Type="http://schemas.openxmlformats.org/officeDocument/2006/relationships/slideLayout" Target="/ppt/slideLayouts/slideLayout4.xml" Id="Rf1100b4af46d4ed6" /><Relationship Type="http://schemas.openxmlformats.org/officeDocument/2006/relationships/slideLayout" Target="/ppt/slideLayouts/slideLayout5.xml" Id="Rf7105963733a4bb2" /><Relationship Type="http://schemas.openxmlformats.org/officeDocument/2006/relationships/slideLayout" Target="/ppt/slideLayouts/slideLayout6.xml" Id="Rf8553ccd14424b3f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50ccb5c9ce4ad7"/>
    <p:sldLayoutId xmlns:r="http://schemas.openxmlformats.org/officeDocument/2006/relationships" id="2147483650" r:id="R05d8d51ccb704d8e"/>
    <p:sldLayoutId xmlns:r="http://schemas.openxmlformats.org/officeDocument/2006/relationships" id="2147483651" r:id="R160015421da04d30"/>
    <p:sldLayoutId xmlns:r="http://schemas.openxmlformats.org/officeDocument/2006/relationships" id="2147483652" r:id="Rf1100b4af46d4ed6"/>
    <p:sldLayoutId xmlns:r="http://schemas.openxmlformats.org/officeDocument/2006/relationships" id="2147483653" r:id="Rf7105963733a4bb2"/>
    <p:sldLayoutId xmlns:r="http://schemas.openxmlformats.org/officeDocument/2006/relationships" id="2147483654" r:id="Rf8553ccd14424b3f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05-Modern Green Business Proposal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4B5050"/>
      </a:accent1>
      <a:accent2>
        <a:srgbClr val="55B441"/>
      </a:accent2>
      <a:accent3>
        <a:srgbClr val="6E7378"/>
      </a:accent3>
      <a:accent4>
        <a:srgbClr val="91969B"/>
      </a:accent4>
      <a:accent5>
        <a:srgbClr val="AAAFB4"/>
      </a:accent5>
      <a:accent6>
        <a:srgbClr val="DCE1E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05-Modern Green Business Propos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461c51e5246a5" /><Relationship Type="http://schemas.openxmlformats.org/officeDocument/2006/relationships/image" Target="/ppt/media/image.png" Id="R72ebb7e01ff94d77" /><Relationship Type="http://schemas.openxmlformats.org/officeDocument/2006/relationships/image" Target="/ppt/media/image.svg" Id="R6e121b269ac04fa3" /><Relationship Type="http://schemas.openxmlformats.org/officeDocument/2006/relationships/image" Target="/ppt/media/image2.png" Id="Re297d985656b4d8d" /><Relationship Type="http://schemas.openxmlformats.org/officeDocument/2006/relationships/image" Target="/ppt/media/image2.svg" Id="R38cf8f95a78949d5" /><Relationship Type="http://schemas.openxmlformats.org/officeDocument/2006/relationships/image" Target="/ppt/media/image3.png" Id="R91a5eabae4a04fea" /><Relationship Type="http://schemas.openxmlformats.org/officeDocument/2006/relationships/image" Target="/ppt/media/image3.svg" Id="R5a93f7e7b345450c" /><Relationship Type="http://schemas.openxmlformats.org/officeDocument/2006/relationships/image" Target="/ppt/media/image4.png" Id="Rd274a090aed04d05" /><Relationship Type="http://schemas.openxmlformats.org/officeDocument/2006/relationships/image" Target="/ppt/media/image4.svg" Id="R4505112cec7944d7" /><Relationship Type="http://schemas.openxmlformats.org/officeDocument/2006/relationships/image" Target="/ppt/media/image5.png" Id="Rc75afa32c3524937" /><Relationship Type="http://schemas.openxmlformats.org/officeDocument/2006/relationships/image" Target="/ppt/media/image5.svg" Id="Re6df16375d91408f" /><Relationship Type="http://schemas.openxmlformats.org/officeDocument/2006/relationships/image" Target="/ppt/media/image6.png" Id="Rc11d0124271c4f4b" /><Relationship Type="http://schemas.openxmlformats.org/officeDocument/2006/relationships/image" Target="/ppt/media/image6.svg" Id="R01a479b1f0614d8e" /><Relationship Type="http://schemas.openxmlformats.org/officeDocument/2006/relationships/image" Target="/ppt/media/image7.png" Id="R9694b0e748f948cf" /><Relationship Type="http://schemas.openxmlformats.org/officeDocument/2006/relationships/image" Target="/ppt/media/image7.svg" Id="R08e0cb58ab7848a1" /><Relationship Type="http://schemas.openxmlformats.org/officeDocument/2006/relationships/image" Target="/ppt/media/image8.png" Id="R574209d19fd64dfc" /><Relationship Type="http://schemas.openxmlformats.org/officeDocument/2006/relationships/image" Target="/ppt/media/image8.svg" Id="Rc7e192c9e5854561" /><Relationship Type="http://schemas.openxmlformats.org/officeDocument/2006/relationships/image" Target="/ppt/media/image9.png" Id="R53d9236db00b4636" /><Relationship Type="http://schemas.openxmlformats.org/officeDocument/2006/relationships/image" Target="/ppt/media/image9.svg" Id="R0ca8c8e7468d4790" /><Relationship Type="http://schemas.openxmlformats.org/officeDocument/2006/relationships/image" Target="/ppt/media/image10.png" Id="Rb108a9965a3946d0" /><Relationship Type="http://schemas.openxmlformats.org/officeDocument/2006/relationships/image" Target="/ppt/media/image10.svg" Id="R250de82b6bb94803" /><Relationship Type="http://schemas.openxmlformats.org/officeDocument/2006/relationships/image" Target="/ppt/media/image11.png" Id="R0f155b0252854c1f" /><Relationship Type="http://schemas.openxmlformats.org/officeDocument/2006/relationships/image" Target="/ppt/media/image11.svg" Id="R785f79cedd0247d3" /><Relationship Type="http://schemas.openxmlformats.org/officeDocument/2006/relationships/image" Target="/ppt/media/image12.png" Id="Rd3989108ac1c45c0" /><Relationship Type="http://schemas.openxmlformats.org/officeDocument/2006/relationships/image" Target="/ppt/media/image13.png" Id="R0f620236c8dc44e4" /><Relationship Type="http://schemas.openxmlformats.org/officeDocument/2006/relationships/notesSlide" Target="/ppt/notesSlides/notesSlide1.xml" Id="R39245ee98b9d4a5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 Shape;4575;p89">
            <a:extLst xmlns:a="http://schemas.openxmlformats.org/drawingml/2006/main">
              <a:ext uri="{FF2B5EF4-FFF2-40B4-BE49-F238E27FC236}">
                <a16:creationId xmlns:a16="http://schemas.microsoft.com/office/drawing/2014/main" id="{13FB8EAC-19B1-764C-BF86-D9B23829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46" y="1805263"/>
            <a:ext cx="1585973" cy="313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70000"/>
              </a:lnSpc>
              <a:buSzPts val="1000"/>
              <a:buNone/>
            </a:pPr>
            <a:r>
              <a:rPr sz="1200" b="1">
                <a:solidFill>
                  <a:schemeClr val="accent2"/>
                </a:solidFill>
                <a:latin typeface="Lato"/>
                <a:ea typeface="Lato"/>
                <a:cs typeface="Lato"/>
              </a:rPr>
              <a:t>Measurement</a:t>
            </a:r>
          </a:p>
        </p:txBody>
      </p:sp>
      <p:cxnSp>
        <p:nvCxnSpPr>
          <p:cNvPr id="110" name="Google Shape;4577;p89"/>
          <p:cNvCxnSpPr/>
          <p:nvPr/>
        </p:nvCxnSpPr>
        <p:spPr>
          <a:xfrm xmlns:a="http://schemas.openxmlformats.org/drawingml/2006/main">
            <a:off x="593726" y="2113874"/>
            <a:ext cx="1585973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  <p:pic>
        <p:nvPicPr>
          <p:cNvPr id="111" name="Graphic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ebb7e01ff94d77">
            <a:extLst>
              <a:ext uri="{96DAC541-7B7A-43D3-8B79-37D633B846F1}">
                <asvg:svgBlip xmlns:asvg="http://schemas.microsoft.com/office/drawing/2016/SVG/main" r:embed="R6e121b269ac04fa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82685" y="2128099"/>
            <a:ext cx="411040" cy="388452"/>
          </a:xfrm>
          <a:prstGeom xmlns:a="http://schemas.openxmlformats.org/drawingml/2006/main" prst="rect">
            <a:avLst/>
          </a:prstGeom>
        </p:spPr>
      </p:pic>
      <p:sp>
        <p:nvSpPr>
          <p:cNvPr id="59" name="Google Shape;4782;p95">
            <a:extLst xmlns:a="http://schemas.openxmlformats.org/drawingml/2006/main">
              <a:ext uri="{FF2B5EF4-FFF2-40B4-BE49-F238E27FC236}">
                <a16:creationId xmlns:a16="http://schemas.microsoft.com/office/drawing/2014/main" id="{0CBF398A-A7BF-4541-A264-14D41FC3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3100" y="2521426"/>
            <a:ext cx="270208" cy="138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SzPts val="900"/>
              <a:buNone/>
            </a:pPr>
            <a:r>
              <a:rPr sz="900" b="1">
                <a:solidFill>
                  <a:schemeClr val="accent2"/>
                </a:solidFill>
                <a:latin typeface="Lato"/>
                <a:ea typeface="Lato"/>
                <a:cs typeface="Lato"/>
              </a:rPr>
              <a:t>Idea</a:t>
            </a:r>
          </a:p>
        </p:txBody>
      </p:sp>
      <p:sp>
        <p:nvSpPr>
          <p:cNvPr id="5" name="Dodecagon 4">
            <a:extLst xmlns:a="http://schemas.openxmlformats.org/drawingml/2006/main">
              <a:ext uri="{FF2B5EF4-FFF2-40B4-BE49-F238E27FC236}">
                <a16:creationId xmlns:a16="http://schemas.microsoft.com/office/drawing/2014/main" id="{25184B42-21CE-4542-BE93-0E142BEB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887" y="1182597"/>
            <a:ext cx="366205" cy="361800"/>
          </a:xfrm>
          <a:prstGeom xmlns:a="http://schemas.openxmlformats.org/drawingml/2006/main" prst="dodecagon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/>
              <a:t>1</a:t>
            </a:r>
          </a:p>
        </p:txBody>
      </p:sp>
      <p:sp>
        <p:nvSpPr>
          <p:cNvPr id="6" name="Google Shape;4598;p90">
            <a:extLst xmlns:a="http://schemas.openxmlformats.org/drawingml/2006/main">
              <a:ext uri="{FF2B5EF4-FFF2-40B4-BE49-F238E27FC236}">
                <a16:creationId xmlns:a16="http://schemas.microsoft.com/office/drawing/2014/main" id="{25211E15-3733-7045-81B7-310DF13C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46" y="2148561"/>
            <a:ext cx="1353204" cy="602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/>
          <a:lstStyle xmlns:a="http://schemas.openxmlformats.org/drawingml/2006/main">
            <a:lvl1pPr marL="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429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858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287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716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145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003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432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R="0" lvl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None/>
            </a:pPr>
            <a:r>
              <a:rPr sz="938">
                <a:solidFill>
                  <a:srgbClr val="4B5355"/>
                </a:solidFill>
                <a:latin typeface="Lato"/>
                <a:ea typeface="Lato"/>
                <a:cs typeface="Lato"/>
              </a:rPr>
              <a:t>Track partnership</a:t>
            </a:r>
          </a:p>
          <a:p xmlns:a="http://schemas.openxmlformats.org/drawingml/2006/main">
            <a:pPr marR="0" lvl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None/>
            </a:pPr>
            <a:r>
              <a:rPr sz="938">
                <a:solidFill>
                  <a:srgbClr val="4B5355"/>
                </a:solidFill>
                <a:latin typeface="Lato"/>
                <a:ea typeface="Lato"/>
                <a:cs typeface="Lato"/>
              </a:rPr>
              <a:t>progress</a:t>
            </a:r>
          </a:p>
        </p:txBody>
      </p:sp>
      <p:sp>
        <p:nvSpPr>
          <p:cNvPr id="10" name="Google Shape;4782;p95">
            <a:extLst xmlns:a="http://schemas.openxmlformats.org/drawingml/2006/main">
              <a:ext uri="{FF2B5EF4-FFF2-40B4-BE49-F238E27FC236}">
                <a16:creationId xmlns:a16="http://schemas.microsoft.com/office/drawing/2014/main" id="{B2602E6E-F41A-6445-8011-F5EA8EA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4" y="3187913"/>
            <a:ext cx="499240" cy="138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SzPts val="900"/>
              <a:buNone/>
            </a:pPr>
            <a:r>
              <a:rPr sz="900" b="1">
                <a:solidFill>
                  <a:schemeClr val="accent2"/>
                </a:solidFill>
                <a:latin typeface="Lato"/>
                <a:ea typeface="Lato"/>
                <a:cs typeface="Lato"/>
              </a:rPr>
              <a:t>Content</a:t>
            </a:r>
          </a:p>
        </p:txBody>
      </p:sp>
      <p:pic>
        <p:nvPicPr>
          <p:cNvPr id="116" name="Graphic 7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97d985656b4d8d">
            <a:extLst>
              <a:ext uri="{96DAC541-7B7A-43D3-8B79-37D633B846F1}">
                <asvg:svgBlip xmlns:asvg="http://schemas.microsoft.com/office/drawing/2016/SVG/main" r:embed="R38cf8f95a78949d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6369" y="2812357"/>
            <a:ext cx="370682" cy="370682"/>
          </a:xfrm>
          <a:prstGeom xmlns:a="http://schemas.openxmlformats.org/drawingml/2006/main" prst="rect">
            <a:avLst/>
          </a:prstGeom>
        </p:spPr>
      </p:pic>
      <p:sp>
        <p:nvSpPr>
          <p:cNvPr id="14" name="Google Shape;4610;p90">
            <a:extLst xmlns:a="http://schemas.openxmlformats.org/drawingml/2006/main">
              <a:ext uri="{FF2B5EF4-FFF2-40B4-BE49-F238E27FC236}">
                <a16:creationId xmlns:a16="http://schemas.microsoft.com/office/drawing/2014/main" id="{BFA4725A-1987-F84A-8563-C763C997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17833" y="4281889"/>
            <a:ext cx="2311451" cy="3005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429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858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287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716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145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003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432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15" name="Google Shape;4611;p90">
            <a:extLst xmlns:a="http://schemas.openxmlformats.org/drawingml/2006/main">
              <a:ext uri="{FF2B5EF4-FFF2-40B4-BE49-F238E27FC236}">
                <a16:creationId xmlns:a16="http://schemas.microsoft.com/office/drawing/2014/main" id="{37F660FD-0DBB-814B-A436-06FFB9D0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89610" y="4274992"/>
            <a:ext cx="2657382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429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858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287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716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145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003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432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200" b="1">
                <a:solidFill>
                  <a:schemeClr val="lt1"/>
                </a:solidFill>
                <a:latin typeface="Lato"/>
                <a:ea typeface="Lato"/>
                <a:cs typeface="Lato"/>
              </a:rPr>
              <a:t>Measuring Impact Form</a:t>
            </a:r>
          </a:p>
        </p:txBody>
      </p:sp>
      <p:sp>
        <p:nvSpPr>
          <p:cNvPr id="16" name="Google Shape;4598;p90">
            <a:extLst xmlns:a="http://schemas.openxmlformats.org/drawingml/2006/main">
              <a:ext uri="{FF2B5EF4-FFF2-40B4-BE49-F238E27FC236}">
                <a16:creationId xmlns:a16="http://schemas.microsoft.com/office/drawing/2014/main" id="{22BF8FEC-81B1-DE40-9698-D081D474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0" y="2770612"/>
            <a:ext cx="1353204" cy="602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/>
          <a:lstStyle xmlns:a="http://schemas.openxmlformats.org/drawingml/2006/main">
            <a:lvl1pPr marL="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429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858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287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716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145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003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432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R="0" lvl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None/>
            </a:pPr>
            <a:r>
              <a:rPr sz="938">
                <a:solidFill>
                  <a:srgbClr val="4B5355"/>
                </a:solidFill>
                <a:latin typeface="Lato"/>
                <a:ea typeface="Lato"/>
                <a:cs typeface="Lato"/>
              </a:rPr>
              <a:t>Use a short form with</a:t>
            </a:r>
          </a:p>
          <a:p xmlns:a="http://schemas.openxmlformats.org/drawingml/2006/main">
            <a:pPr marR="0" lvl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None/>
            </a:pPr>
            <a:r>
              <a:rPr sz="938">
                <a:solidFill>
                  <a:srgbClr val="4B5355"/>
                </a:solidFill>
                <a:latin typeface="Lato"/>
                <a:ea typeface="Lato"/>
                <a:cs typeface="Lato"/>
              </a:rPr>
              <a:t>progress prompts</a:t>
            </a:r>
          </a:p>
        </p:txBody>
      </p:sp>
      <p:cxnSp>
        <p:nvCxnSpPr>
          <p:cNvPr id="120" name="Google Shape;4577;p89"/>
          <p:cNvCxnSpPr/>
          <p:nvPr/>
        </p:nvCxnSpPr>
        <p:spPr>
          <a:xfrm xmlns:a="http://schemas.openxmlformats.org/drawingml/2006/main">
            <a:off x="584989" y="2750649"/>
            <a:ext cx="1585973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  <p:pic>
        <p:nvPicPr>
          <p:cNvPr id="121" name="Graphic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a5eabae4a04fea">
            <a:extLst>
              <a:ext uri="{96DAC541-7B7A-43D3-8B79-37D633B846F1}">
                <asvg:svgBlip xmlns:asvg="http://schemas.microsoft.com/office/drawing/2016/SVG/main" r:embed="R5a93f7e7b345450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268996">
            <a:off x="156283" y="3510245"/>
            <a:ext cx="388134" cy="388134"/>
          </a:xfrm>
          <a:prstGeom xmlns:a="http://schemas.openxmlformats.org/drawingml/2006/main" prst="rect">
            <a:avLst/>
          </a:prstGeom>
        </p:spPr>
      </p:pic>
      <p:sp>
        <p:nvSpPr>
          <p:cNvPr id="22" name="Google Shape;4782;p95">
            <a:extLst xmlns:a="http://schemas.openxmlformats.org/drawingml/2006/main">
              <a:ext uri="{FF2B5EF4-FFF2-40B4-BE49-F238E27FC236}">
                <a16:creationId xmlns:a16="http://schemas.microsoft.com/office/drawing/2014/main" id="{41E9AAFE-0EDC-E94E-BB1A-EE3282ED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83" y="3777638"/>
            <a:ext cx="499240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SzPts val="900"/>
              <a:buNone/>
            </a:pPr>
            <a:r>
              <a:rPr sz="900" b="1">
                <a:solidFill>
                  <a:schemeClr val="accent2"/>
                </a:solidFill>
                <a:latin typeface="Lato"/>
                <a:ea typeface="Lato"/>
                <a:cs typeface="Lato"/>
              </a:rPr>
              <a:t>  Handling</a:t>
            </a:r>
          </a:p>
        </p:txBody>
      </p:sp>
      <p:pic>
        <p:nvPicPr>
          <p:cNvPr id="123" name="Graphic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4a090aed04d05">
            <a:extLst>
              <a:ext uri="{96DAC541-7B7A-43D3-8B79-37D633B846F1}">
                <asvg:svgBlip xmlns:asvg="http://schemas.microsoft.com/office/drawing/2016/SVG/main" r:embed="R4505112cec7944d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7009" y="1455833"/>
            <a:ext cx="287410" cy="287410"/>
          </a:xfrm>
          <a:prstGeom xmlns:a="http://schemas.openxmlformats.org/drawingml/2006/main" prst="rect">
            <a:avLst/>
          </a:prstGeom>
        </p:spPr>
      </p:pic>
      <p:pic>
        <p:nvPicPr>
          <p:cNvPr id="124" name="Graphic 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75afa32c3524937">
            <a:extLst>
              <a:ext uri="{96DAC541-7B7A-43D3-8B79-37D633B846F1}">
                <asvg:svgBlip xmlns:asvg="http://schemas.microsoft.com/office/drawing/2016/SVG/main" r:embed="Re6df16375d91408f"/>
              </a:ext>
            </a:extLst>
          </a:blip>
          <a:srcRect xmlns:a="http://schemas.openxmlformats.org/drawingml/2006/main" l="5606" t="0" r="5606" b="0"/>
          <a:stretch xmlns:a="http://schemas.openxmlformats.org/drawingml/2006/main"/>
        </p:blipFill>
        <p:spPr>
          <a:xfrm xmlns:a="http://schemas.openxmlformats.org/drawingml/2006/main">
            <a:off x="1321166" y="1413476"/>
            <a:ext cx="250775" cy="28244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5" name="Graphic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1d0124271c4f4b">
            <a:extLst>
              <a:ext uri="{96DAC541-7B7A-43D3-8B79-37D633B846F1}">
                <asvg:svgBlip xmlns:asvg="http://schemas.microsoft.com/office/drawing/2016/SVG/main" r:embed="R01a479b1f0614d8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8688" y="1161351"/>
            <a:ext cx="795733" cy="795733"/>
          </a:xfrm>
          <a:prstGeom xmlns:a="http://schemas.openxmlformats.org/drawingml/2006/main" prst="rect">
            <a:avLst/>
          </a:prstGeom>
        </p:spPr>
      </p:pic>
      <p:cxnSp>
        <p:nvCxnSpPr>
          <p:cNvPr id="126" name="Google Shape;4577;p89"/>
          <p:cNvCxnSpPr/>
          <p:nvPr/>
        </p:nvCxnSpPr>
        <p:spPr>
          <a:xfrm xmlns:a="http://schemas.openxmlformats.org/drawingml/2006/main">
            <a:off x="562176" y="3418987"/>
            <a:ext cx="1585973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30" name="Google Shape;4598;p90">
            <a:extLst xmlns:a="http://schemas.openxmlformats.org/drawingml/2006/main">
              <a:ext uri="{FF2B5EF4-FFF2-40B4-BE49-F238E27FC236}">
                <a16:creationId xmlns:a16="http://schemas.microsoft.com/office/drawing/2014/main" id="{5D317202-C65F-E446-922A-E94B7FE0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887" y="3476594"/>
            <a:ext cx="978216" cy="696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/>
          <a:lstStyle xmlns:a="http://schemas.openxmlformats.org/drawingml/2006/main">
            <a:lvl1pPr marL="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429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858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287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716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145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003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43200" algn="l" defTabSz="685800">
              <a:buNone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R="0" lvl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None/>
            </a:pPr>
            <a:r>
              <a:rPr sz="938">
                <a:solidFill>
                  <a:srgbClr val="4B5355"/>
                </a:solidFill>
                <a:latin typeface="Lato"/>
                <a:ea typeface="Lato"/>
                <a:cs typeface="Lato"/>
              </a:rPr>
              <a:t>SCEF owner reviews it</a:t>
            </a:r>
          </a:p>
          <a:p xmlns:a="http://schemas.openxmlformats.org/drawingml/2006/main">
            <a:pPr marR="0" lvl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None/>
            </a:pPr>
            <a:r>
              <a:rPr sz="938">
                <a:solidFill>
                  <a:srgbClr val="4B5355"/>
                </a:solidFill>
                <a:latin typeface="Lato"/>
                <a:ea typeface="Lato"/>
                <a:cs typeface="Lato"/>
              </a:rPr>
              <a:t>at agreed intervals</a:t>
            </a:r>
          </a:p>
        </p:txBody>
      </p:sp>
      <p:pic>
        <p:nvPicPr>
          <p:cNvPr id="128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94b0e748f948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24497" y="3657180"/>
            <a:ext cx="423652" cy="421502"/>
          </a:xfrm>
          <a:prstGeom xmlns:a="http://schemas.openxmlformats.org/drawingml/2006/main" prst="rect">
            <a:avLst/>
          </a:prstGeom>
        </p:spPr>
      </p:pic>
      <p:sp>
        <p:nvSpPr>
          <p:cNvPr id="33" name="Google Shape;4575;p89">
            <a:extLst xmlns:a="http://schemas.openxmlformats.org/drawingml/2006/main">
              <a:ext uri="{FF2B5EF4-FFF2-40B4-BE49-F238E27FC236}">
                <a16:creationId xmlns:a16="http://schemas.microsoft.com/office/drawing/2014/main" id="{1EA02A23-237B-6444-8AC6-1D7A4270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972" y="1418123"/>
            <a:ext cx="851554" cy="313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70000"/>
              </a:lnSpc>
              <a:buSzPts val="1000"/>
              <a:buNone/>
            </a:pPr>
            <a:r>
              <a:rPr sz="1200" b="1">
                <a:solidFill>
                  <a:schemeClr val="accent2"/>
                </a:solidFill>
                <a:latin typeface="Lato"/>
                <a:ea typeface="Lato"/>
                <a:cs typeface="Lato"/>
              </a:rPr>
              <a:t>Inputs </a:t>
            </a:r>
          </a:p>
        </p:txBody>
      </p:sp>
      <p:sp>
        <p:nvSpPr>
          <p:cNvPr id="34" name="Google Shape;4575;p89">
            <a:extLst xmlns:a="http://schemas.openxmlformats.org/drawingml/2006/main">
              <a:ext uri="{FF2B5EF4-FFF2-40B4-BE49-F238E27FC236}">
                <a16:creationId xmlns:a16="http://schemas.microsoft.com/office/drawing/2014/main" id="{D05FC4B2-4BF2-3F4D-AF33-EF113FF3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972" y="1930351"/>
            <a:ext cx="851554" cy="313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70000"/>
              </a:lnSpc>
              <a:buSzPts val="1000"/>
              <a:buNone/>
            </a:pPr>
            <a:r>
              <a:rPr sz="1200" b="1">
                <a:solidFill>
                  <a:schemeClr val="accent2"/>
                </a:solidFill>
                <a:latin typeface="Lato"/>
                <a:ea typeface="Lato"/>
                <a:cs typeface="Lato"/>
              </a:rPr>
              <a:t>Activities</a:t>
            </a:r>
          </a:p>
        </p:txBody>
      </p:sp>
      <p:sp>
        <p:nvSpPr>
          <p:cNvPr id="36" name="Google Shape;4575;p89">
            <a:extLst xmlns:a="http://schemas.openxmlformats.org/drawingml/2006/main">
              <a:ext uri="{FF2B5EF4-FFF2-40B4-BE49-F238E27FC236}">
                <a16:creationId xmlns:a16="http://schemas.microsoft.com/office/drawing/2014/main" id="{9EF148C7-2981-0242-8CBE-A32396CD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409" y="2439761"/>
            <a:ext cx="851554" cy="313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70000"/>
              </a:lnSpc>
              <a:buSzPts val="1000"/>
              <a:buNone/>
            </a:pPr>
            <a:r>
              <a:rPr sz="1200" b="1">
                <a:solidFill>
                  <a:schemeClr val="accent2"/>
                </a:solidFill>
                <a:latin typeface="Lato"/>
                <a:ea typeface="Lato"/>
                <a:cs typeface="Lato"/>
              </a:rPr>
              <a:t>Outputs </a:t>
            </a:r>
          </a:p>
        </p:txBody>
      </p:sp>
      <p:sp>
        <p:nvSpPr>
          <p:cNvPr id="41" name="Google Shape;4575;p89">
            <a:extLst xmlns:a="http://schemas.openxmlformats.org/drawingml/2006/main">
              <a:ext uri="{FF2B5EF4-FFF2-40B4-BE49-F238E27FC236}">
                <a16:creationId xmlns:a16="http://schemas.microsoft.com/office/drawing/2014/main" id="{4F2FBD9F-5432-944A-9DFC-29DEE2AF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7471" y="2957786"/>
            <a:ext cx="851554" cy="313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70000"/>
              </a:lnSpc>
              <a:buSzPts val="1000"/>
              <a:buNone/>
            </a:pPr>
            <a:r>
              <a:rPr sz="1200" b="1">
                <a:solidFill>
                  <a:schemeClr val="accent2"/>
                </a:solidFill>
                <a:latin typeface="Lato"/>
                <a:ea typeface="Lato"/>
                <a:cs typeface="Lato"/>
              </a:rPr>
              <a:t>Outcomes</a:t>
            </a:r>
          </a:p>
        </p:txBody>
      </p:sp>
      <p:sp>
        <p:nvSpPr>
          <p:cNvPr id="43" name="Google Shape;4575;p89">
            <a:extLst xmlns:a="http://schemas.openxmlformats.org/drawingml/2006/main">
              <a:ext uri="{FF2B5EF4-FFF2-40B4-BE49-F238E27FC236}">
                <a16:creationId xmlns:a16="http://schemas.microsoft.com/office/drawing/2014/main" id="{0BBDFB92-B834-4845-8256-BDCD4018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7336" y="3461399"/>
            <a:ext cx="851554" cy="313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70000"/>
              </a:lnSpc>
              <a:buSzPts val="1000"/>
              <a:buNone/>
            </a:pPr>
            <a:r>
              <a:rPr sz="1200" b="1">
                <a:solidFill>
                  <a:schemeClr val="accent2"/>
                </a:solidFill>
                <a:latin typeface="Lato"/>
                <a:ea typeface="Lato"/>
                <a:cs typeface="Lato"/>
              </a:rPr>
              <a:t>Impact</a:t>
            </a:r>
          </a:p>
        </p:txBody>
      </p:sp>
      <p:sp>
        <p:nvSpPr>
          <p:cNvPr id="38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786BA6C0-8B74-E148-9DD5-D43596B6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2" y="575841"/>
            <a:ext cx="7953374" cy="383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200" b="0" i="0" u="none" cap="none">
                <a:solidFill>
                  <a:schemeClr val="accent1"/>
                </a:solidFill>
                <a:latin typeface="Lato Black"/>
                <a:ea typeface="Lato Black"/>
                <a:cs typeface="Lato Black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>
              <a:buNone/>
            </a:pPr>
            <a:r>
              <a:rPr sz="2000"/>
              <a:t>Evaluation &amp; Continuation: Our Four-Step Framework</a:t>
            </a:r>
          </a:p>
        </p:txBody>
      </p:sp>
      <p:sp>
        <p:nvSpPr>
          <p:cNvPr id="37" name="Rechteck 4">
            <a:extLst xmlns:a="http://schemas.openxmlformats.org/drawingml/2006/main">
              <a:ext uri="{FF2B5EF4-FFF2-40B4-BE49-F238E27FC236}">
                <a16:creationId xmlns:a16="http://schemas.microsoft.com/office/drawing/2014/main" id="{438D715A-80A9-3448-B4DE-8D3425FD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94145" y="4753760"/>
            <a:ext cx="57960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25000"/>
              <a:lumOff val="75000"/>
            </a:schemeClr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ctr" defTabSz="103162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8" name="Textfeld 5">
            <a:extLst xmlns:a="http://schemas.openxmlformats.org/drawingml/2006/main">
              <a:ext uri="{FF2B5EF4-FFF2-40B4-BE49-F238E27FC236}">
                <a16:creationId xmlns:a16="http://schemas.microsoft.com/office/drawing/2014/main" id="{55C7ED2E-8A95-3D42-BF08-EF5E1DDE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18770" y="4825051"/>
            <a:ext cx="558166" cy="192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103162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650" b="1" i="0" u="none" cap="none">
                <a:ln>
                  <a:noFill/>
                </a:ln>
                <a:solidFill>
                  <a:schemeClr val="accent1"/>
                </a:solidFill>
                <a:latin typeface="Lato"/>
                <a:ea typeface="Lato"/>
                <a:cs typeface="Lato"/>
              </a:rPr>
              <a:t>Our Team</a:t>
            </a:r>
          </a:p>
        </p:txBody>
      </p:sp>
      <p:sp>
        <p:nvSpPr>
          <p:cNvPr id="61" name="Oval 60">
            <a:extLst xmlns:a="http://schemas.openxmlformats.org/drawingml/2006/main">
              <a:ext uri="{FF2B5EF4-FFF2-40B4-BE49-F238E27FC236}">
                <a16:creationId xmlns:a16="http://schemas.microsoft.com/office/drawing/2014/main" id="{3B1C196A-A9D5-0F4D-82C6-CF2A919E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71288" y="4738218"/>
            <a:ext cx="82800" cy="8494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ctr" defTabSz="1031626">
              <a:buClrTx/>
              <a:buNone/>
            </a:pPr>
          </a:p>
        </p:txBody>
      </p:sp>
      <p:sp>
        <p:nvSpPr>
          <p:cNvPr id="55" name="Textfeld 6">
            <a:extLst xmlns:a="http://schemas.openxmlformats.org/drawingml/2006/main">
              <a:ext uri="{FF2B5EF4-FFF2-40B4-BE49-F238E27FC236}">
                <a16:creationId xmlns:a16="http://schemas.microsoft.com/office/drawing/2014/main" id="{8087D579-5B96-F246-9650-2641B045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40735" y="4825051"/>
            <a:ext cx="1168910" cy="192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103162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650" b="1" i="0" u="none" cap="none">
                <a:ln>
                  <a:noFill/>
                </a:ln>
                <a:solidFill>
                  <a:schemeClr val="accent1"/>
                </a:solidFill>
                <a:latin typeface="Lato"/>
                <a:ea typeface="Lato"/>
                <a:cs typeface="Lato"/>
              </a:rPr>
              <a:t>Recap: Problem Definition</a:t>
            </a:r>
          </a:p>
        </p:txBody>
      </p:sp>
      <p:sp>
        <p:nvSpPr>
          <p:cNvPr id="56" name="Oval 55">
            <a:extLst xmlns:a="http://schemas.openxmlformats.org/drawingml/2006/main">
              <a:ext uri="{FF2B5EF4-FFF2-40B4-BE49-F238E27FC236}">
                <a16:creationId xmlns:a16="http://schemas.microsoft.com/office/drawing/2014/main" id="{F1470B2F-CF1F-D641-B8D8-DBAF5B4B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6617" y="4738218"/>
            <a:ext cx="82800" cy="8494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ctr" defTabSz="103162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3" name="Textfeld 7">
            <a:extLst xmlns:a="http://schemas.openxmlformats.org/drawingml/2006/main">
              <a:ext uri="{FF2B5EF4-FFF2-40B4-BE49-F238E27FC236}">
                <a16:creationId xmlns:a16="http://schemas.microsoft.com/office/drawing/2014/main" id="{BE5607F6-E6DA-E044-96A5-E9B4B1C3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73444" y="4825051"/>
            <a:ext cx="962123" cy="192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103162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650" b="1" i="0" u="none" cap="none">
                <a:ln>
                  <a:noFill/>
                </a:ln>
                <a:solidFill>
                  <a:schemeClr val="accent1"/>
                </a:solidFill>
                <a:latin typeface="Lato"/>
                <a:ea typeface="Lato"/>
                <a:cs typeface="Lato"/>
              </a:rPr>
              <a:t>Partnership Strategy</a:t>
            </a:r>
          </a:p>
        </p:txBody>
      </p:sp>
      <p:sp>
        <p:nvSpPr>
          <p:cNvPr id="54" name="Oval 53">
            <a:extLst xmlns:a="http://schemas.openxmlformats.org/drawingml/2006/main">
              <a:ext uri="{FF2B5EF4-FFF2-40B4-BE49-F238E27FC236}">
                <a16:creationId xmlns:a16="http://schemas.microsoft.com/office/drawing/2014/main" id="{C36F6C92-8F64-D444-AB58-369161C8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14154" y="4738218"/>
            <a:ext cx="82800" cy="82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7F7F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ctr" defTabSz="1031626">
              <a:buClrTx/>
              <a:buNone/>
            </a:pPr>
          </a:p>
        </p:txBody>
      </p:sp>
      <p:sp>
        <p:nvSpPr>
          <p:cNvPr id="51" name="Textfeld 33">
            <a:extLst xmlns:a="http://schemas.openxmlformats.org/drawingml/2006/main">
              <a:ext uri="{FF2B5EF4-FFF2-40B4-BE49-F238E27FC236}">
                <a16:creationId xmlns:a16="http://schemas.microsoft.com/office/drawing/2014/main" id="{FA8EA25C-62E6-E348-8FC0-EFDA08A0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9366" y="4825051"/>
            <a:ext cx="1269898" cy="192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103162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650" b="1" i="0" u="none" cap="none">
                <a:ln>
                  <a:noFill/>
                </a:ln>
                <a:solidFill>
                  <a:schemeClr val="accent2"/>
                </a:solidFill>
                <a:latin typeface="Lato"/>
                <a:ea typeface="Lato"/>
                <a:cs typeface="Lato"/>
              </a:rPr>
              <a:t>Implementation Frameworks</a:t>
            </a:r>
          </a:p>
        </p:txBody>
      </p:sp>
      <p:sp>
        <p:nvSpPr>
          <p:cNvPr id="52" name="Oval 51">
            <a:extLst xmlns:a="http://schemas.openxmlformats.org/drawingml/2006/main">
              <a:ext uri="{FF2B5EF4-FFF2-40B4-BE49-F238E27FC236}">
                <a16:creationId xmlns:a16="http://schemas.microsoft.com/office/drawing/2014/main" id="{C9334E5E-D3FA-4A4A-936B-9C950F0F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3964" y="4738218"/>
            <a:ext cx="82800" cy="82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ctr" defTabSz="103162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9" name="Textfeld 33">
            <a:extLst xmlns:a="http://schemas.openxmlformats.org/drawingml/2006/main">
              <a:ext uri="{FF2B5EF4-FFF2-40B4-BE49-F238E27FC236}">
                <a16:creationId xmlns:a16="http://schemas.microsoft.com/office/drawing/2014/main" id="{74F61994-2463-9848-B8FD-757C71DF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72185" y="4825051"/>
            <a:ext cx="800219" cy="192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103162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650" b="1" i="0" u="none" cap="none">
                <a:ln>
                  <a:noFill/>
                </a:ln>
                <a:solidFill>
                  <a:srgbClr val="4C5150"/>
                </a:solidFill>
                <a:latin typeface="Lato"/>
                <a:ea typeface="Lato"/>
                <a:cs typeface="Lato"/>
              </a:rPr>
              <a:t>Project Timeline</a:t>
            </a:r>
          </a:p>
        </p:txBody>
      </p:sp>
      <p:sp>
        <p:nvSpPr>
          <p:cNvPr id="50" name="Oval 49">
            <a:extLst xmlns:a="http://schemas.openxmlformats.org/drawingml/2006/main">
              <a:ext uri="{FF2B5EF4-FFF2-40B4-BE49-F238E27FC236}">
                <a16:creationId xmlns:a16="http://schemas.microsoft.com/office/drawing/2014/main" id="{4A953E01-D4F9-AF46-8DBE-3A748DC4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31941" y="4738218"/>
            <a:ext cx="82800" cy="82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7F7F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ctr" defTabSz="103162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7" name="Textfeld 33">
            <a:extLst xmlns:a="http://schemas.openxmlformats.org/drawingml/2006/main">
              <a:ext uri="{FF2B5EF4-FFF2-40B4-BE49-F238E27FC236}">
                <a16:creationId xmlns:a16="http://schemas.microsoft.com/office/drawing/2014/main" id="{71C1AA25-F16E-9B4B-BCDC-4542135A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4247" y="4825051"/>
            <a:ext cx="1192955" cy="192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lvl="0" algn="ctr" defTabSz="1031626">
              <a:buClrTx/>
              <a:buNone/>
            </a:pPr>
            <a:r>
              <a:rPr sz="650" b="1">
                <a:solidFill>
                  <a:srgbClr val="4C5150"/>
                </a:solidFill>
                <a:latin typeface="Lato"/>
                <a:ea typeface="Lato"/>
                <a:cs typeface="Lato"/>
              </a:rPr>
              <a:t>Implementation First Steps</a:t>
            </a:r>
          </a:p>
        </p:txBody>
      </p:sp>
      <p:sp>
        <p:nvSpPr>
          <p:cNvPr id="48" name="Oval 47">
            <a:extLst xmlns:a="http://schemas.openxmlformats.org/drawingml/2006/main">
              <a:ext uri="{FF2B5EF4-FFF2-40B4-BE49-F238E27FC236}">
                <a16:creationId xmlns:a16="http://schemas.microsoft.com/office/drawing/2014/main" id="{954EECFB-3FA1-1649-B8DB-5505E1B9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80367" y="4738218"/>
            <a:ext cx="82800" cy="82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7F7F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ctr" defTabSz="103162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148" name="Graphic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94b0e748f948cf">
            <a:extLst>
              <a:ext uri="{96DAC541-7B7A-43D3-8B79-37D633B846F1}">
                <asvg:svgBlip xmlns:asvg="http://schemas.microsoft.com/office/drawing/2016/SVG/main" r:embed="R08e0cb58ab7848a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4297" y="1800016"/>
            <a:ext cx="581571" cy="581571"/>
          </a:xfrm>
          <a:prstGeom xmlns:a="http://schemas.openxmlformats.org/drawingml/2006/main" prst="rect">
            <a:avLst/>
          </a:prstGeom>
        </p:spPr>
      </p:pic>
      <p:pic>
        <p:nvPicPr>
          <p:cNvPr id="149" name="Graphic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4209d19fd64dfc">
            <a:extLst>
              <a:ext uri="{96DAC541-7B7A-43D3-8B79-37D633B846F1}">
                <asvg:svgBlip xmlns:asvg="http://schemas.microsoft.com/office/drawing/2016/SVG/main" r:embed="Rc7e192c9e585456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7451" y="3414947"/>
            <a:ext cx="436417" cy="436417"/>
          </a:xfrm>
          <a:prstGeom xmlns:a="http://schemas.openxmlformats.org/drawingml/2006/main" prst="rect">
            <a:avLst/>
          </a:prstGeom>
        </p:spPr>
      </p:pic>
      <p:pic>
        <p:nvPicPr>
          <p:cNvPr id="150" name="Graphic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d9236db00b4636">
            <a:extLst>
              <a:ext uri="{96DAC541-7B7A-43D3-8B79-37D633B846F1}">
                <asvg:svgBlip xmlns:asvg="http://schemas.microsoft.com/office/drawing/2016/SVG/main" r:embed="R0ca8c8e7468d479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6500" y="2416242"/>
            <a:ext cx="436417" cy="436417"/>
          </a:xfrm>
          <a:prstGeom xmlns:a="http://schemas.openxmlformats.org/drawingml/2006/main" prst="rect">
            <a:avLst/>
          </a:prstGeom>
        </p:spPr>
      </p:pic>
      <p:pic>
        <p:nvPicPr>
          <p:cNvPr id="151" name="Graphic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8a9965a3946d0">
            <a:extLst>
              <a:ext uri="{96DAC541-7B7A-43D3-8B79-37D633B846F1}">
                <asvg:svgBlip xmlns:asvg="http://schemas.microsoft.com/office/drawing/2016/SVG/main" r:embed="R250de82b6bb9480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05744" y="1297470"/>
            <a:ext cx="567713" cy="567713"/>
          </a:xfrm>
          <a:prstGeom xmlns:a="http://schemas.openxmlformats.org/drawingml/2006/main" prst="rect">
            <a:avLst/>
          </a:prstGeom>
        </p:spPr>
      </p:pic>
      <p:pic>
        <p:nvPicPr>
          <p:cNvPr id="152" name="Graphic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55b0252854c1f">
            <a:extLst>
              <a:ext uri="{96DAC541-7B7A-43D3-8B79-37D633B846F1}">
                <asvg:svgBlip xmlns:asvg="http://schemas.microsoft.com/office/drawing/2016/SVG/main" r:embed="R785f79cedd0247d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89581" y="2812769"/>
            <a:ext cx="581571" cy="581571"/>
          </a:xfrm>
          <a:prstGeom xmlns:a="http://schemas.openxmlformats.org/drawingml/2006/main" prst="rect">
            <a:avLst/>
          </a:prstGeom>
        </p:spPr>
      </p:pic>
      <p:pic>
        <p:nvPicPr>
          <p:cNvPr id="153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89108ac1c45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45041" y="2104628"/>
            <a:ext cx="3546520" cy="2143259"/>
          </a:xfrm>
          <a:prstGeom xmlns:a="http://schemas.openxmlformats.org/drawingml/2006/main" prst="rect">
            <a:avLst/>
          </a:prstGeom>
        </p:spPr>
      </p:pic>
      <p:pic>
        <p:nvPicPr>
          <p:cNvPr id="154" name="Picture 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f620236c8dc44e4"/>
          <a:srcRect xmlns:a="http://schemas.openxmlformats.org/drawingml/2006/main" l="0" t="3135" r="0" b="0"/>
          <a:stretch xmlns:a="http://schemas.openxmlformats.org/drawingml/2006/main"/>
        </p:blipFill>
        <p:spPr>
          <a:xfrm xmlns:a="http://schemas.openxmlformats.org/drawingml/2006/main">
            <a:off x="3056500" y="1072176"/>
            <a:ext cx="3154364" cy="19944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279661"/>
      </p:ext>
    </p:extLst>
  </p:cSld>
</p:sld>
</file>

<file path=ppt/theme/theme1.xml><?xml version="1.0" encoding="utf-8"?>
<a:theme xmlns:a="http://schemas.openxmlformats.org/drawingml/2006/main" name="Office Theme">
  <a:themeElements>
    <a:clrScheme name="05-Modern Green Business Proposal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4B5050"/>
      </a:accent1>
      <a:accent2>
        <a:srgbClr val="55B441"/>
      </a:accent2>
      <a:accent3>
        <a:srgbClr val="6E7378"/>
      </a:accent3>
      <a:accent4>
        <a:srgbClr val="91969B"/>
      </a:accent4>
      <a:accent5>
        <a:srgbClr val="AAAFB4"/>
      </a:accent5>
      <a:accent6>
        <a:srgbClr val="DCE1E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05-Modern Green Business Propos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2026-08-12T17:40:44.5960000Z</dcterms:created>
  <dcterms:modified xsi:type="dcterms:W3CDTF">2026-08-12T17:40:44.5960000Z</dcterms:modified>
</coreProperties>
</file>