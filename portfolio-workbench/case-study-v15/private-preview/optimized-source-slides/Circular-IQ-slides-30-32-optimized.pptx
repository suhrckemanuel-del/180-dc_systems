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97950ed39b4278" /><Relationship Type="http://schemas.openxmlformats.org/officeDocument/2006/relationships/extended-properties" Target="/docProps/app.xml" Id="R6b5a708720754394" /><Relationship Type="http://schemas.openxmlformats.org/officeDocument/2006/relationships/officeDocument" Target="/ppt/presentation.xml" Id="R203f0115608b4ce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6adad9f9d5a34811"/>
  </p:sldMasterIdLst>
  <p:notesMasterIdLst>
    <p:notesMasterId xmlns:r="http://schemas.openxmlformats.org/officeDocument/2006/relationships" r:id="R65b86541c4ce448a"/>
  </p:notesMasterIdLst>
  <p:sldIdLst>
    <p:sldId xmlns:r="http://schemas.openxmlformats.org/officeDocument/2006/relationships" id="256" r:id="R907237795ec84b90"/>
    <p:sldId xmlns:r="http://schemas.openxmlformats.org/officeDocument/2006/relationships" id="257" r:id="Rd2334a9f86b448c5"/>
  </p:sldIdLst>
  <p:sldSz cx="9144000" cy="5143500"/>
  <p:notesSz cx="6858000" cy="9144000"/>
  <p:embeddedFontLst>
    <p:embeddedFont>
      <p:font typeface="Corbel"/>
      <p:regular xmlns:r="http://schemas.openxmlformats.org/officeDocument/2006/relationships" r:id="Rc31285d011754cb4"/>
      <p:bold xmlns:r="http://schemas.openxmlformats.org/officeDocument/2006/relationships" r:id="Rf7f3d94b7a9348a7"/>
      <p:italic xmlns:r="http://schemas.openxmlformats.org/officeDocument/2006/relationships" r:id="Ra880a43c4aa64c5f"/>
      <p:boldItalic xmlns:r="http://schemas.openxmlformats.org/officeDocument/2006/relationships" r:id="R2c8c7258fba3491d"/>
    </p:embeddedFont>
    <p:embeddedFont>
      <p:font typeface="Lato"/>
      <p:regular xmlns:r="http://schemas.openxmlformats.org/officeDocument/2006/relationships" r:id="R18371f9ca7ef4490"/>
      <p:bold xmlns:r="http://schemas.openxmlformats.org/officeDocument/2006/relationships" r:id="R25f9d5a46fe14989"/>
      <p:italic xmlns:r="http://schemas.openxmlformats.org/officeDocument/2006/relationships" r:id="R8baa0c65c0ba464a"/>
      <p:boldItalic xmlns:r="http://schemas.openxmlformats.org/officeDocument/2006/relationships" r:id="R44981cc11e6c4cb4"/>
    </p:embeddedFont>
    <p:embeddedFont>
      <p:font typeface="Lato Black"/>
      <p:bold xmlns:r="http://schemas.openxmlformats.org/officeDocument/2006/relationships" r:id="R823d21489f1b4def"/>
      <p:italic xmlns:r="http://schemas.openxmlformats.org/officeDocument/2006/relationships" r:id="R1dd0c91eb1574ac2"/>
      <p:boldItalic xmlns:r="http://schemas.openxmlformats.org/officeDocument/2006/relationships" r:id="R21d9d338f05c4d20"/>
    </p:embeddedFont>
    <p:embeddedFont>
      <p:font typeface="PT Sans"/>
      <p:regular xmlns:r="http://schemas.openxmlformats.org/officeDocument/2006/relationships" r:id="R58f3d230ee524153"/>
      <p:bold xmlns:r="http://schemas.openxmlformats.org/officeDocument/2006/relationships" r:id="Rac258e12272f406b"/>
      <p:italic xmlns:r="http://schemas.openxmlformats.org/officeDocument/2006/relationships" r:id="Rcdc83be4e82b458e"/>
      <p:boldItalic xmlns:r="http://schemas.openxmlformats.org/officeDocument/2006/relationships" r:id="R0a7f78c33e694312"/>
    </p:embeddedFont>
  </p:embeddedFontLst>
</p:presentation>
</file>

<file path=ppt/authors.xml><?xml version="1.0" encoding="utf-8"?>
<p188:authorLst xmlns:p188="http://schemas.microsoft.com/office/powerpoint/2018/8/main">
  <p188:author id="{9F54CBE4-2902-2101-82E8-64F84D7172F6}" name="David Prochazka" initials="DP" userId="S::681360dp@eur.nl::4ccca0f5-58e1-4ae0-b879-ac1ae02b2971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E7305ABC-5479-481D-9B76-843736DD6A5C}">
  <a:tblStyle styleId="{E7305ABC-5479-481D-9B76-843736DD6A5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8E8"/>
          </a:solidFill>
        </a:fill>
      </a:tcStyle>
    </a:wholeTbl>
    <a:band1H>
      <a:tcTxStyle b="off" i="off"/>
      <a:tcStyle>
        <a:tcBdr/>
        <a:fill>
          <a:solidFill>
            <a:srgbClr val="CECFC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CFC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645e6ee374243" /><Relationship Type="http://schemas.openxmlformats.org/officeDocument/2006/relationships/slideMaster" Target="/ppt/slideMasters/slideMaster1.xml" Id="R6adad9f9d5a34811" /><Relationship Type="http://schemas.openxmlformats.org/officeDocument/2006/relationships/notesMaster" Target="/ppt/notesMasters/notesMaster1.xml" Id="R65b86541c4ce448a" /><Relationship Type="http://schemas.openxmlformats.org/officeDocument/2006/relationships/presProps" Target="/ppt/presProps.xml" Id="R479538813a1448a7" /><Relationship Type="http://schemas.openxmlformats.org/officeDocument/2006/relationships/viewProps" Target="/ppt/viewProps.xml" Id="Rd946f317be544d08" /><Relationship Type="http://schemas.openxmlformats.org/officeDocument/2006/relationships/tableStyles" Target="/ppt/tableStyles.xml" Id="Reec2463d5b3c40be" /><Relationship Type="http://schemas.openxmlformats.org/officeDocument/2006/relationships/font" Target="/ppt/fonts/font.dat" Id="Rc31285d011754cb4" /><Relationship Type="http://schemas.openxmlformats.org/officeDocument/2006/relationships/font" Target="/ppt/fonts/font2.dat" Id="Rf7f3d94b7a9348a7" /><Relationship Type="http://schemas.openxmlformats.org/officeDocument/2006/relationships/font" Target="/ppt/fonts/font3.dat" Id="Ra880a43c4aa64c5f" /><Relationship Type="http://schemas.openxmlformats.org/officeDocument/2006/relationships/font" Target="/ppt/fonts/font4.dat" Id="R2c8c7258fba3491d" /><Relationship Type="http://schemas.openxmlformats.org/officeDocument/2006/relationships/font" Target="/ppt/fonts/font5.dat" Id="R18371f9ca7ef4490" /><Relationship Type="http://schemas.openxmlformats.org/officeDocument/2006/relationships/font" Target="/ppt/fonts/font6.dat" Id="R25f9d5a46fe14989" /><Relationship Type="http://schemas.openxmlformats.org/officeDocument/2006/relationships/font" Target="/ppt/fonts/font7.dat" Id="R8baa0c65c0ba464a" /><Relationship Type="http://schemas.openxmlformats.org/officeDocument/2006/relationships/font" Target="/ppt/fonts/font8.dat" Id="R44981cc11e6c4cb4" /><Relationship Type="http://schemas.openxmlformats.org/officeDocument/2006/relationships/font" Target="/ppt/fonts/font9.dat" Id="R823d21489f1b4def" /><Relationship Type="http://schemas.openxmlformats.org/officeDocument/2006/relationships/font" Target="/ppt/fonts/font10.dat" Id="R1dd0c91eb1574ac2" /><Relationship Type="http://schemas.openxmlformats.org/officeDocument/2006/relationships/font" Target="/ppt/fonts/font11.dat" Id="R21d9d338f05c4d20" /><Relationship Type="http://schemas.openxmlformats.org/officeDocument/2006/relationships/font" Target="/ppt/fonts/font12.dat" Id="R58f3d230ee524153" /><Relationship Type="http://schemas.openxmlformats.org/officeDocument/2006/relationships/font" Target="/ppt/fonts/font13.dat" Id="Rac258e12272f406b" /><Relationship Type="http://schemas.openxmlformats.org/officeDocument/2006/relationships/font" Target="/ppt/fonts/font14.dat" Id="Rcdc83be4e82b458e" /><Relationship Type="http://schemas.openxmlformats.org/officeDocument/2006/relationships/font" Target="/ppt/fonts/font15.dat" Id="R0a7f78c33e694312" /><Relationship Type="http://schemas.microsoft.com/office/2018/10/relationships/authors" Target="/ppt/authors.xml" Id="Rab883f07072b4699" /><Relationship Type="http://schemas.openxmlformats.org/officeDocument/2006/relationships/slide" Target="/ppt/slides/slide1.xml" Id="R907237795ec84b90" /><Relationship Type="http://schemas.openxmlformats.org/officeDocument/2006/relationships/slide" Target="/ppt/slides/slide2.xml" Id="Rd2334a9f86b448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a6662d2bce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5e5024b7dd458d" /><Relationship Type="http://schemas.openxmlformats.org/officeDocument/2006/relationships/notesMaster" Target="/ppt/notesMasters/notesMaster1.xml" Id="Rd912f65126cc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5e39c97f9e471a" /><Relationship Type="http://schemas.openxmlformats.org/officeDocument/2006/relationships/notesMaster" Target="/ppt/notesMasters/notesMaster1.xml" Id="Re52c5a7c9578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ced581c034b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92042934d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1f5aa56cf46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aaa40120543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bde3ba18948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8270e44e946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2b33ae5e841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74df9a930414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96d689e5840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3da74929943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08f05f549495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81a8eabcc404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fb93df1aa4a2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59dabd608409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eaa766e7143c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845ffd1a5403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0e9f996f9479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6b41ab683409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1632fcb68407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ccdeab1f84e7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0791e12b0405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234a189b947d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515192491487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283101b8d465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3e844819349a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0816430424bf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afeeffd054da2" /></Relationships>
</file>

<file path=ppt/slideLayouts/slideLayout1.xml><?xml version="1.0" encoding="utf-8"?>
<p:sldLayout xmlns:p="http://schemas.openxmlformats.org/presentationml/2006/main" matchingName="Blank Page" type="blank">
  <p:cSld name="Blank Pag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&amp; Content" userDrawn="1">
  <p:cSld name="Title &amp;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10">
            <a:extLst xmlns:a="http://schemas.openxmlformats.org/drawingml/2006/main">
              <a:ext uri="{FF2B5EF4-FFF2-40B4-BE49-F238E27FC236}">
                <a16:creationId xmlns:a16="http://schemas.microsoft.com/office/drawing/2014/main" id="{4742D978-CCEB-4996-9ACE-8209E57FF1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10">
            <a:extLst xmlns:a="http://schemas.openxmlformats.org/drawingml/2006/main">
              <a:ext uri="{FF2B5EF4-FFF2-40B4-BE49-F238E27FC236}">
                <a16:creationId xmlns:a16="http://schemas.microsoft.com/office/drawing/2014/main" id="{9F3AF52D-5E70-4217-947D-EA5720361B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4" name="Google Shape;14;p110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" name="Google Shape;15;p110">
            <a:extLst xmlns:a="http://schemas.openxmlformats.org/drawingml/2006/main">
              <a:ext uri="{FF2B5EF4-FFF2-40B4-BE49-F238E27FC236}">
                <a16:creationId xmlns:a16="http://schemas.microsoft.com/office/drawing/2014/main" id="{87ED3220-5326-42E9-A90B-1A099077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6" name="Google Shape;16;p110">
            <a:extLst xmlns:a="http://schemas.openxmlformats.org/drawingml/2006/main">
              <a:ext uri="{FF2B5EF4-FFF2-40B4-BE49-F238E27FC236}">
                <a16:creationId xmlns:a16="http://schemas.microsoft.com/office/drawing/2014/main" id="{1DDFE4CE-0B43-4CFB-9495-083DED68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7" name="Google Shape;17;p110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3F26624E-C0C6-4F93-970B-16177887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8" name="Google Shape;18;p110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3FC9462B-1D01-46F8-8ADA-AA133B2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Break Page">
  <p:cSld name="Section Break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11">
            <a:extLst xmlns:a="http://schemas.openxmlformats.org/drawingml/2006/main">
              <a:ext uri="{FF2B5EF4-FFF2-40B4-BE49-F238E27FC236}">
                <a16:creationId xmlns:a16="http://schemas.microsoft.com/office/drawing/2014/main" id="{E5D04E09-2D9D-4AF5-83A3-9348CD880D1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matchingName="Portfolio Left Half Page Picture">
  <p:cSld name="Portfolio Left Half Pag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112">
            <a:extLst xmlns:a="http://schemas.openxmlformats.org/drawingml/2006/main">
              <a:ext uri="{FF2B5EF4-FFF2-40B4-BE49-F238E27FC236}">
                <a16:creationId xmlns:a16="http://schemas.microsoft.com/office/drawing/2014/main" id="{965643D0-C230-4A81-A090-27BD9F95D67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" y="0"/>
            <a:ext cx="4572000" cy="5143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3" name="Google Shape;23;p112">
            <a:extLst xmlns:a="http://schemas.openxmlformats.org/drawingml/2006/main">
              <a:ext uri="{FF2B5EF4-FFF2-40B4-BE49-F238E27FC236}">
                <a16:creationId xmlns:a16="http://schemas.microsoft.com/office/drawing/2014/main" id="{A6543E2C-98B8-4F98-9A27-D5222E5A48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56204" y="575840"/>
            <a:ext cx="3394071" cy="681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24" name="Google Shape;24;p112">
            <a:extLst xmlns:a="http://schemas.openxmlformats.org/drawingml/2006/main">
              <a:ext uri="{FF2B5EF4-FFF2-40B4-BE49-F238E27FC236}">
                <a16:creationId xmlns:a16="http://schemas.microsoft.com/office/drawing/2014/main" id="{EE00143A-D4D3-43D3-A929-E6ED9ABCD0E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165727" y="1306764"/>
            <a:ext cx="3394071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36" name="Google Shape;25;p112"/>
          <p:cNvCxnSpPr/>
          <p:nvPr/>
        </p:nvCxnSpPr>
        <p:spPr>
          <a:xfrm xmlns:a="http://schemas.openxmlformats.org/drawingml/2006/main">
            <a:off x="5165727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6" name="Google Shape;26;p112">
            <a:extLst xmlns:a="http://schemas.openxmlformats.org/drawingml/2006/main">
              <a:ext uri="{FF2B5EF4-FFF2-40B4-BE49-F238E27FC236}">
                <a16:creationId xmlns:a16="http://schemas.microsoft.com/office/drawing/2014/main" id="{4C2FC747-4574-4C38-9D9B-63D8A61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27" name="Google Shape;27;p112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AC909DBA-3CC2-4126-94D5-7DCECD74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8" name="Google Shape;28;p112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68BB4D21-031E-4532-B395-F46A6C23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Our Creative Force 2">
  <p:cSld name="Our Creative Forc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113">
            <a:extLst xmlns:a="http://schemas.openxmlformats.org/drawingml/2006/main">
              <a:ext uri="{FF2B5EF4-FFF2-40B4-BE49-F238E27FC236}">
                <a16:creationId xmlns:a16="http://schemas.microsoft.com/office/drawing/2014/main" id="{F3833468-F370-4375-94F3-05CBD7FA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31" name="Google Shape;31;p113">
            <a:extLst xmlns:a="http://schemas.openxmlformats.org/drawingml/2006/main">
              <a:ext uri="{FF2B5EF4-FFF2-40B4-BE49-F238E27FC236}">
                <a16:creationId xmlns:a16="http://schemas.microsoft.com/office/drawing/2014/main" id="{19E2B07F-F887-4A01-B9EB-A156C8872DC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93725" y="1543050"/>
            <a:ext cx="2483136" cy="1992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2" name="Google Shape;32;p113">
            <a:extLst xmlns:a="http://schemas.openxmlformats.org/drawingml/2006/main">
              <a:ext uri="{FF2B5EF4-FFF2-40B4-BE49-F238E27FC236}">
                <a16:creationId xmlns:a16="http://schemas.microsoft.com/office/drawing/2014/main" id="{DA87EB05-9EA5-4C1B-AB1D-7E7DB42AB7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33" name="Google Shape;33;p113">
            <a:extLst xmlns:a="http://schemas.openxmlformats.org/drawingml/2006/main">
              <a:ext uri="{FF2B5EF4-FFF2-40B4-BE49-F238E27FC236}">
                <a16:creationId xmlns:a16="http://schemas.microsoft.com/office/drawing/2014/main" id="{70FDBE5F-EB8C-4B9C-AD9A-3A71AE91F1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49" name="Google Shape;34;p113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35" name="Google Shape;35;p113">
            <a:extLst xmlns:a="http://schemas.openxmlformats.org/drawingml/2006/main">
              <a:ext uri="{FF2B5EF4-FFF2-40B4-BE49-F238E27FC236}">
                <a16:creationId xmlns:a16="http://schemas.microsoft.com/office/drawing/2014/main" id="{A39FF913-A578-4A52-B915-C813F783FBC4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328844" y="1543050"/>
            <a:ext cx="2483136" cy="1992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6" name="Google Shape;36;p113">
            <a:extLst xmlns:a="http://schemas.openxmlformats.org/drawingml/2006/main">
              <a:ext uri="{FF2B5EF4-FFF2-40B4-BE49-F238E27FC236}">
                <a16:creationId xmlns:a16="http://schemas.microsoft.com/office/drawing/2014/main" id="{C66C44EC-C3B6-4742-94C9-9EB0B817C18F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063964" y="1543050"/>
            <a:ext cx="2483136" cy="1992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113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3A27E878-5F76-4294-ACE1-89F49FD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38" name="Google Shape;38;p113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C0BDB3E1-BC20-470D-8770-F160BD3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39" name="Google Shape;39;p113">
            <a:extLst xmlns:a="http://schemas.openxmlformats.org/drawingml/2006/main">
              <a:ext uri="{FF2B5EF4-FFF2-40B4-BE49-F238E27FC236}">
                <a16:creationId xmlns:a16="http://schemas.microsoft.com/office/drawing/2014/main" id="{04313A5B-2B0F-4C28-A6FA-05FF3661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Simple Portfolio Single Show">
  <p:cSld name="Simple Portfolio Single Sh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114">
            <a:extLst xmlns:a="http://schemas.openxmlformats.org/drawingml/2006/main">
              <a:ext uri="{FF2B5EF4-FFF2-40B4-BE49-F238E27FC236}">
                <a16:creationId xmlns:a16="http://schemas.microsoft.com/office/drawing/2014/main" id="{1C13CCD6-B62B-47A7-8C15-98C0B006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42" name="Google Shape;42;p114">
            <a:extLst xmlns:a="http://schemas.openxmlformats.org/drawingml/2006/main">
              <a:ext uri="{FF2B5EF4-FFF2-40B4-BE49-F238E27FC236}">
                <a16:creationId xmlns:a16="http://schemas.microsoft.com/office/drawing/2014/main" id="{C68C9F93-0E93-438D-9781-3D746C43F7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43" name="Google Shape;43;p114">
            <a:extLst xmlns:a="http://schemas.openxmlformats.org/drawingml/2006/main">
              <a:ext uri="{FF2B5EF4-FFF2-40B4-BE49-F238E27FC236}">
                <a16:creationId xmlns:a16="http://schemas.microsoft.com/office/drawing/2014/main" id="{7A9D898B-A5A8-4AF8-8A4F-43ED90DA4E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56" name="Google Shape;44;p114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5" name="Google Shape;45;p114">
            <a:extLst xmlns:a="http://schemas.openxmlformats.org/drawingml/2006/main">
              <a:ext uri="{FF2B5EF4-FFF2-40B4-BE49-F238E27FC236}">
                <a16:creationId xmlns:a16="http://schemas.microsoft.com/office/drawing/2014/main" id="{4050A17F-6ED5-4FE5-8253-94648588AC8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3725" y="1543049"/>
            <a:ext cx="3986742" cy="2756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6" name="Google Shape;46;p114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E496E0D0-5C36-4F81-9DCF-72E7C212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47" name="Google Shape;47;p114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0896C409-3FAA-42DD-AF96-02F4B5CC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48" name="Google Shape;48;p114">
            <a:extLst xmlns:a="http://schemas.openxmlformats.org/drawingml/2006/main">
              <a:ext uri="{FF2B5EF4-FFF2-40B4-BE49-F238E27FC236}">
                <a16:creationId xmlns:a16="http://schemas.microsoft.com/office/drawing/2014/main" id="{921F6E15-25F0-4AA0-8EE0-02EA7EFD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ini Portfolio in Browser">
  <p:cSld name="Mini Portfolio in Brows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15">
            <a:extLst xmlns:a="http://schemas.openxmlformats.org/drawingml/2006/main">
              <a:ext uri="{FF2B5EF4-FFF2-40B4-BE49-F238E27FC236}">
                <a16:creationId xmlns:a16="http://schemas.microsoft.com/office/drawing/2014/main" id="{D611C0A8-455F-47D6-8567-074EA599EBB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922871" y="1686719"/>
            <a:ext cx="4598829" cy="267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1" name="Google Shape;51;p115">
            <a:extLst xmlns:a="http://schemas.openxmlformats.org/drawingml/2006/main">
              <a:ext uri="{FF2B5EF4-FFF2-40B4-BE49-F238E27FC236}">
                <a16:creationId xmlns:a16="http://schemas.microsoft.com/office/drawing/2014/main" id="{89719F78-0D2B-4F3A-BE61-6A8FC51A40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2" name="Google Shape;52;p115">
            <a:extLst xmlns:a="http://schemas.openxmlformats.org/drawingml/2006/main">
              <a:ext uri="{FF2B5EF4-FFF2-40B4-BE49-F238E27FC236}">
                <a16:creationId xmlns:a16="http://schemas.microsoft.com/office/drawing/2014/main" id="{015B4F84-BE7F-4009-AFE7-3B1BB530B0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65" name="Google Shape;53;p115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54" name="Google Shape;54;p115">
            <a:extLst xmlns:a="http://schemas.openxmlformats.org/drawingml/2006/main">
              <a:ext uri="{FF2B5EF4-FFF2-40B4-BE49-F238E27FC236}">
                <a16:creationId xmlns:a16="http://schemas.microsoft.com/office/drawing/2014/main" id="{662434E6-4E4B-4AFB-8AE0-48A7773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55" name="Google Shape;55;p115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76D42458-4AE4-4491-9714-B585AF7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56" name="Google Shape;56;p115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E1586485-43A9-47EE-B054-78A451FD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57" name="Google Shape;57;p115">
            <a:extLst xmlns:a="http://schemas.openxmlformats.org/drawingml/2006/main">
              <a:ext uri="{FF2B5EF4-FFF2-40B4-BE49-F238E27FC236}">
                <a16:creationId xmlns:a16="http://schemas.microsoft.com/office/drawing/2014/main" id="{4E2B0C5C-8C67-4F3A-852E-518D8EC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Full Portfolio in Browser">
  <p:cSld name="Full Portfolio in Brows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16">
            <a:extLst xmlns:a="http://schemas.openxmlformats.org/drawingml/2006/main">
              <a:ext uri="{FF2B5EF4-FFF2-40B4-BE49-F238E27FC236}">
                <a16:creationId xmlns:a16="http://schemas.microsoft.com/office/drawing/2014/main" id="{DF5BAE1C-3D4D-4A54-935D-300D916C490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057275" y="1771649"/>
            <a:ext cx="7029451" cy="337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116">
            <a:extLst xmlns:a="http://schemas.openxmlformats.org/drawingml/2006/main">
              <a:ext uri="{FF2B5EF4-FFF2-40B4-BE49-F238E27FC236}">
                <a16:creationId xmlns:a16="http://schemas.microsoft.com/office/drawing/2014/main" id="{5E0EAF3F-FC7C-4752-9070-B4C2A11B2C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61" name="Google Shape;61;p116">
            <a:extLst xmlns:a="http://schemas.openxmlformats.org/drawingml/2006/main">
              <a:ext uri="{FF2B5EF4-FFF2-40B4-BE49-F238E27FC236}">
                <a16:creationId xmlns:a16="http://schemas.microsoft.com/office/drawing/2014/main" id="{85CA22CC-D177-400D-909F-61FF70F0877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70" name="Google Shape;62;p116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9.xml><?xml version="1.0" encoding="utf-8"?>
<p:sldLayout xmlns:p="http://schemas.openxmlformats.org/presentationml/2006/main" matchingName="Various Project Show Case">
  <p:cSld name="Various Project Show C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17">
            <a:extLst xmlns:a="http://schemas.openxmlformats.org/drawingml/2006/main">
              <a:ext uri="{FF2B5EF4-FFF2-40B4-BE49-F238E27FC236}">
                <a16:creationId xmlns:a16="http://schemas.microsoft.com/office/drawing/2014/main" id="{E208938C-7FEC-460E-A4F7-D150F3E08F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65" name="Google Shape;65;p117">
            <a:extLst xmlns:a="http://schemas.openxmlformats.org/drawingml/2006/main">
              <a:ext uri="{FF2B5EF4-FFF2-40B4-BE49-F238E27FC236}">
                <a16:creationId xmlns:a16="http://schemas.microsoft.com/office/drawing/2014/main" id="{3EB38F02-588D-4773-88D2-B9EB3AE882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80" name="Google Shape;66;p117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67" name="Google Shape;67;p117">
            <a:extLst xmlns:a="http://schemas.openxmlformats.org/drawingml/2006/main">
              <a:ext uri="{FF2B5EF4-FFF2-40B4-BE49-F238E27FC236}">
                <a16:creationId xmlns:a16="http://schemas.microsoft.com/office/drawing/2014/main" id="{3D3E4C44-271C-4BE8-9F4E-E3BB311D7DE9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4391" y="1543050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117">
            <a:extLst xmlns:a="http://schemas.openxmlformats.org/drawingml/2006/main">
              <a:ext uri="{FF2B5EF4-FFF2-40B4-BE49-F238E27FC236}">
                <a16:creationId xmlns:a16="http://schemas.microsoft.com/office/drawing/2014/main" id="{03CB6D47-D675-4C40-8CA0-C041CA0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2" y="4731464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69" name="Google Shape;69;p117">
            <a:extLst xmlns:a="http://schemas.openxmlformats.org/drawingml/2006/main">
              <a:ext uri="{FF2B5EF4-FFF2-40B4-BE49-F238E27FC236}">
                <a16:creationId xmlns:a16="http://schemas.microsoft.com/office/drawing/2014/main" id="{580DD4F9-3637-470A-AA00-7A4DD320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70" name="Google Shape;70;p117">
            <a:extLst xmlns:a="http://schemas.openxmlformats.org/drawingml/2006/main">
              <a:ext uri="{FF2B5EF4-FFF2-40B4-BE49-F238E27FC236}">
                <a16:creationId xmlns:a16="http://schemas.microsoft.com/office/drawing/2014/main" id="{D5E39BB8-A58B-4ECB-9DD5-19CFFEC5B55F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561555" y="1543050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17">
            <a:extLst xmlns:a="http://schemas.openxmlformats.org/drawingml/2006/main">
              <a:ext uri="{FF2B5EF4-FFF2-40B4-BE49-F238E27FC236}">
                <a16:creationId xmlns:a16="http://schemas.microsoft.com/office/drawing/2014/main" id="{455F1FB3-8FD0-4DD3-AFF0-37358835F9F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2577973" y="2913398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2" name="Google Shape;72;p117">
            <a:extLst xmlns:a="http://schemas.openxmlformats.org/drawingml/2006/main">
              <a:ext uri="{FF2B5EF4-FFF2-40B4-BE49-F238E27FC236}">
                <a16:creationId xmlns:a16="http://schemas.microsoft.com/office/drawing/2014/main" id="{AE477E23-B6AC-4CBF-8FA4-13E4D85DF601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6545137" y="2913398"/>
            <a:ext cx="1984248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3" name="Google Shape;73;p117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348EAF7A-709B-42DA-8A50-A2F68489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74" name="Google Shape;74;p117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C479B1E6-EC95-48AD-B2EA-99DA62D9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Laptop Portfolio Showcase">
  <p:cSld name="Laptop Portfolio Showc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18">
            <a:extLst xmlns:a="http://schemas.openxmlformats.org/drawingml/2006/main">
              <a:ext uri="{FF2B5EF4-FFF2-40B4-BE49-F238E27FC236}">
                <a16:creationId xmlns:a16="http://schemas.microsoft.com/office/drawing/2014/main" id="{7C005021-6230-4C11-A5C9-4F31A7A836F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7249" y="1943100"/>
            <a:ext cx="3107531" cy="1943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7" name="Google Shape;77;p118">
            <a:extLst xmlns:a="http://schemas.openxmlformats.org/drawingml/2006/main">
              <a:ext uri="{FF2B5EF4-FFF2-40B4-BE49-F238E27FC236}">
                <a16:creationId xmlns:a16="http://schemas.microsoft.com/office/drawing/2014/main" id="{E907B5A1-8FF7-4B5B-B683-4DAFD4F6C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78" name="Google Shape;78;p118">
            <a:extLst xmlns:a="http://schemas.openxmlformats.org/drawingml/2006/main">
              <a:ext uri="{FF2B5EF4-FFF2-40B4-BE49-F238E27FC236}">
                <a16:creationId xmlns:a16="http://schemas.microsoft.com/office/drawing/2014/main" id="{C9B6381B-519F-4E4E-9459-96257DF3366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91" name="Google Shape;79;p118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0" name="Google Shape;80;p118">
            <a:extLst xmlns:a="http://schemas.openxmlformats.org/drawingml/2006/main">
              <a:ext uri="{FF2B5EF4-FFF2-40B4-BE49-F238E27FC236}">
                <a16:creationId xmlns:a16="http://schemas.microsoft.com/office/drawing/2014/main" id="{C640635A-9128-4246-BB00-6140AA10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81" name="Google Shape;81;p118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C08C3674-F1AF-4FCE-8308-763F0236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82" name="Google Shape;82;p118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C73B0946-3F61-4DC8-8409-4844C450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83" name="Google Shape;83;p118">
            <a:extLst xmlns:a="http://schemas.openxmlformats.org/drawingml/2006/main">
              <a:ext uri="{FF2B5EF4-FFF2-40B4-BE49-F238E27FC236}">
                <a16:creationId xmlns:a16="http://schemas.microsoft.com/office/drawing/2014/main" id="{59CF4D00-9B9E-4314-9CFE-9A69529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LCD Portfolio Showcase">
  <p:cSld name="LCD Portfolio Showc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19">
            <a:extLst xmlns:a="http://schemas.openxmlformats.org/drawingml/2006/main">
              <a:ext uri="{FF2B5EF4-FFF2-40B4-BE49-F238E27FC236}">
                <a16:creationId xmlns:a16="http://schemas.microsoft.com/office/drawing/2014/main" id="{639142E0-2F74-4621-AF2E-AC1B970CE9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6" name="Google Shape;86;p119">
            <a:extLst xmlns:a="http://schemas.openxmlformats.org/drawingml/2006/main">
              <a:ext uri="{FF2B5EF4-FFF2-40B4-BE49-F238E27FC236}">
                <a16:creationId xmlns:a16="http://schemas.microsoft.com/office/drawing/2014/main" id="{B00ACE5B-7199-4E01-B73D-FC0FB08CBA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98" name="Google Shape;87;p119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19">
            <a:extLst xmlns:a="http://schemas.openxmlformats.org/drawingml/2006/main">
              <a:ext uri="{FF2B5EF4-FFF2-40B4-BE49-F238E27FC236}">
                <a16:creationId xmlns:a16="http://schemas.microsoft.com/office/drawing/2014/main" id="{DBC41CD4-6551-430A-B2B8-234BA989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89" name="Google Shape;89;p119">
            <a:extLst xmlns:a="http://schemas.openxmlformats.org/drawingml/2006/main">
              <a:ext uri="{FF2B5EF4-FFF2-40B4-BE49-F238E27FC236}">
                <a16:creationId xmlns:a16="http://schemas.microsoft.com/office/drawing/2014/main" id="{125A9BE7-BE15-40C6-8D0D-C5438060F07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979246" y="1911986"/>
            <a:ext cx="2706929" cy="162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0" name="Google Shape;90;p119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5FBB0EFB-BC18-48D9-8C10-8183A003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91" name="Google Shape;91;p119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3CF140EB-5880-45D3-A615-F4DE16DF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92" name="Google Shape;92;p119">
            <a:extLst xmlns:a="http://schemas.openxmlformats.org/drawingml/2006/main">
              <a:ext uri="{FF2B5EF4-FFF2-40B4-BE49-F238E27FC236}">
                <a16:creationId xmlns:a16="http://schemas.microsoft.com/office/drawing/2014/main" id="{CCAB40F4-46B0-48F1-849D-0C3FC198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iPhone Portfolio Showcase at Center">
  <p:cSld name="iPhone Portfolio Showcase at Cen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20">
            <a:extLst xmlns:a="http://schemas.openxmlformats.org/drawingml/2006/main">
              <a:ext uri="{FF2B5EF4-FFF2-40B4-BE49-F238E27FC236}">
                <a16:creationId xmlns:a16="http://schemas.microsoft.com/office/drawing/2014/main" id="{24810D05-79BB-4D67-B798-F47460B31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5" name="Google Shape;95;p120">
            <a:extLst xmlns:a="http://schemas.openxmlformats.org/drawingml/2006/main">
              <a:ext uri="{FF2B5EF4-FFF2-40B4-BE49-F238E27FC236}">
                <a16:creationId xmlns:a16="http://schemas.microsoft.com/office/drawing/2014/main" id="{A0E01B91-B17E-4EC4-B39E-BA7AF1CFF9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07" name="Google Shape;96;p120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7" name="Google Shape;97;p120">
            <a:extLst xmlns:a="http://schemas.openxmlformats.org/drawingml/2006/main">
              <a:ext uri="{FF2B5EF4-FFF2-40B4-BE49-F238E27FC236}">
                <a16:creationId xmlns:a16="http://schemas.microsoft.com/office/drawing/2014/main" id="{6C386B52-F668-4682-B3A0-7CBA494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98" name="Google Shape;98;p120">
            <a:extLst xmlns:a="http://schemas.openxmlformats.org/drawingml/2006/main">
              <a:ext uri="{FF2B5EF4-FFF2-40B4-BE49-F238E27FC236}">
                <a16:creationId xmlns:a16="http://schemas.microsoft.com/office/drawing/2014/main" id="{CE4E6F5A-1CAB-4CDB-9343-CD895D1A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99" name="Google Shape;99;p120">
            <a:extLst xmlns:a="http://schemas.openxmlformats.org/drawingml/2006/main">
              <a:ext uri="{FF2B5EF4-FFF2-40B4-BE49-F238E27FC236}">
                <a16:creationId xmlns:a16="http://schemas.microsoft.com/office/drawing/2014/main" id="{FE5B5496-4CE0-4C88-9522-9682B873E70B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986213" y="2021681"/>
            <a:ext cx="1216819" cy="216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0" name="Google Shape;100;p120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EAAB9AE1-2A09-433E-8BAC-0B59FE27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01" name="Google Shape;101;p120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E3A16162-4941-4626-9592-6EF99C88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iPad Portfolio Showcase at right">
  <p:cSld name="iPad Portfolio Showcase at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21">
            <a:extLst xmlns:a="http://schemas.openxmlformats.org/drawingml/2006/main">
              <a:ext uri="{FF2B5EF4-FFF2-40B4-BE49-F238E27FC236}">
                <a16:creationId xmlns:a16="http://schemas.microsoft.com/office/drawing/2014/main" id="{52F46B4A-6775-4C32-828C-553083CF96B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648047" y="1804652"/>
            <a:ext cx="1573825" cy="2100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4" name="Google Shape;104;p121">
            <a:extLst xmlns:a="http://schemas.openxmlformats.org/drawingml/2006/main">
              <a:ext uri="{FF2B5EF4-FFF2-40B4-BE49-F238E27FC236}">
                <a16:creationId xmlns:a16="http://schemas.microsoft.com/office/drawing/2014/main" id="{3D2B90A8-4DF3-4231-9290-C9F0748BE3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5" name="Google Shape;105;p121">
            <a:extLst xmlns:a="http://schemas.openxmlformats.org/drawingml/2006/main">
              <a:ext uri="{FF2B5EF4-FFF2-40B4-BE49-F238E27FC236}">
                <a16:creationId xmlns:a16="http://schemas.microsoft.com/office/drawing/2014/main" id="{88A4166B-0488-4C71-8B9D-8F2642E2327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19" name="Google Shape;106;p121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07" name="Google Shape;107;p121">
            <a:extLst xmlns:a="http://schemas.openxmlformats.org/drawingml/2006/main">
              <a:ext uri="{FF2B5EF4-FFF2-40B4-BE49-F238E27FC236}">
                <a16:creationId xmlns:a16="http://schemas.microsoft.com/office/drawing/2014/main" id="{7A68C6E6-2D7D-4C9D-A041-064E8AF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08" name="Google Shape;108;p121">
            <a:extLst xmlns:a="http://schemas.openxmlformats.org/drawingml/2006/main">
              <a:ext uri="{FF2B5EF4-FFF2-40B4-BE49-F238E27FC236}">
                <a16:creationId xmlns:a16="http://schemas.microsoft.com/office/drawing/2014/main" id="{B022D4C5-4B96-4DDD-84F2-A0F0138F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09" name="Google Shape;109;p121">
            <a:extLst xmlns:a="http://schemas.openxmlformats.org/drawingml/2006/main">
              <a:ext uri="{FF2B5EF4-FFF2-40B4-BE49-F238E27FC236}">
                <a16:creationId xmlns:a16="http://schemas.microsoft.com/office/drawing/2014/main" id="{77893C86-14D2-47FD-A118-587478F21796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673016" y="2437606"/>
            <a:ext cx="2107406" cy="158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121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875D4B0C-A948-48DB-9649-10D0F1A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11" name="Google Shape;111;p121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A9A330E7-CED3-475C-92C8-163A1A0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iPhone Portfolio Showcase at Left">
  <p:cSld name="iPhone Portfolio Showcase at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122">
            <a:extLst xmlns:a="http://schemas.openxmlformats.org/drawingml/2006/main">
              <a:ext uri="{FF2B5EF4-FFF2-40B4-BE49-F238E27FC236}">
                <a16:creationId xmlns:a16="http://schemas.microsoft.com/office/drawing/2014/main" id="{809FEF41-EA54-4F7C-9A9B-62AE3B5B0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14" name="Google Shape;114;p122">
            <a:extLst xmlns:a="http://schemas.openxmlformats.org/drawingml/2006/main">
              <a:ext uri="{FF2B5EF4-FFF2-40B4-BE49-F238E27FC236}">
                <a16:creationId xmlns:a16="http://schemas.microsoft.com/office/drawing/2014/main" id="{D0AEDD0F-DBA3-42C7-A2A1-E35595D905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26" name="Google Shape;115;p122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16" name="Google Shape;116;p122">
            <a:extLst xmlns:a="http://schemas.openxmlformats.org/drawingml/2006/main">
              <a:ext uri="{FF2B5EF4-FFF2-40B4-BE49-F238E27FC236}">
                <a16:creationId xmlns:a16="http://schemas.microsoft.com/office/drawing/2014/main" id="{32A3FCB5-B629-413C-A4C1-A281BF60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17" name="Google Shape;117;p122">
            <a:extLst xmlns:a="http://schemas.openxmlformats.org/drawingml/2006/main">
              <a:ext uri="{FF2B5EF4-FFF2-40B4-BE49-F238E27FC236}">
                <a16:creationId xmlns:a16="http://schemas.microsoft.com/office/drawing/2014/main" id="{12752E0B-EEDF-44D5-85F7-DBD672C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18" name="Google Shape;118;p122">
            <a:extLst xmlns:a="http://schemas.openxmlformats.org/drawingml/2006/main">
              <a:ext uri="{FF2B5EF4-FFF2-40B4-BE49-F238E27FC236}">
                <a16:creationId xmlns:a16="http://schemas.microsoft.com/office/drawing/2014/main" id="{BC346461-2391-4FEF-AC70-605B31F9023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23197" y="1925601"/>
            <a:ext cx="1216819" cy="216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9" name="Google Shape;119;p122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5C8DF5A1-077A-4BEC-AB6F-779316D3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20" name="Google Shape;120;p122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D409D259-C62A-473E-9491-785D6A2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Featured Services Page">
  <p:cSld name="Featured Services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23">
            <a:extLst xmlns:a="http://schemas.openxmlformats.org/drawingml/2006/main">
              <a:ext uri="{FF2B5EF4-FFF2-40B4-BE49-F238E27FC236}">
                <a16:creationId xmlns:a16="http://schemas.microsoft.com/office/drawing/2014/main" id="{8730DDE5-B60D-47E9-A03B-BF5B5CE3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23" name="Google Shape;123;p123">
            <a:extLst xmlns:a="http://schemas.openxmlformats.org/drawingml/2006/main">
              <a:ext uri="{FF2B5EF4-FFF2-40B4-BE49-F238E27FC236}">
                <a16:creationId xmlns:a16="http://schemas.microsoft.com/office/drawing/2014/main" id="{C2D36F83-355F-42E0-AC08-14DD5D9A63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4" name="Google Shape;124;p123">
            <a:extLst xmlns:a="http://schemas.openxmlformats.org/drawingml/2006/main">
              <a:ext uri="{FF2B5EF4-FFF2-40B4-BE49-F238E27FC236}">
                <a16:creationId xmlns:a16="http://schemas.microsoft.com/office/drawing/2014/main" id="{252EABD9-BBD3-4E33-AF37-23B7799114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40" name="Google Shape;125;p123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26" name="Google Shape;126;p123">
            <a:extLst xmlns:a="http://schemas.openxmlformats.org/drawingml/2006/main">
              <a:ext uri="{FF2B5EF4-FFF2-40B4-BE49-F238E27FC236}">
                <a16:creationId xmlns:a16="http://schemas.microsoft.com/office/drawing/2014/main" id="{33F3C4F4-1BD8-411F-ACB9-07D30D330098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3726" y="1543049"/>
            <a:ext cx="1882774" cy="274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7" name="Google Shape;127;p123">
            <a:extLst xmlns:a="http://schemas.openxmlformats.org/drawingml/2006/main">
              <a:ext uri="{FF2B5EF4-FFF2-40B4-BE49-F238E27FC236}">
                <a16:creationId xmlns:a16="http://schemas.microsoft.com/office/drawing/2014/main" id="{0C9F576E-2B38-40DC-8DA7-78CF32DBE2FF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664326" y="1543049"/>
            <a:ext cx="1882774" cy="274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8" name="Google Shape;128;p123">
            <a:extLst xmlns:a="http://schemas.openxmlformats.org/drawingml/2006/main">
              <a:ext uri="{FF2B5EF4-FFF2-40B4-BE49-F238E27FC236}">
                <a16:creationId xmlns:a16="http://schemas.microsoft.com/office/drawing/2014/main" id="{ABEB0581-14A6-41EF-B8A8-2186982E8076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640792" y="1543049"/>
            <a:ext cx="1882774" cy="274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9" name="Google Shape;129;p123">
            <a:extLst xmlns:a="http://schemas.openxmlformats.org/drawingml/2006/main">
              <a:ext uri="{FF2B5EF4-FFF2-40B4-BE49-F238E27FC236}">
                <a16:creationId xmlns:a16="http://schemas.microsoft.com/office/drawing/2014/main" id="{F167D51B-9145-4D9A-88FF-78FB8C3C7C8F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2617259" y="1543049"/>
            <a:ext cx="1882774" cy="274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123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9F5430DC-DE1F-4D6C-AA04-EE6364F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31" name="Google Shape;131;p123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7F2AFB9D-5E72-498D-82C5-714B224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32" name="Google Shape;132;p123">
            <a:extLst xmlns:a="http://schemas.openxmlformats.org/drawingml/2006/main">
              <a:ext uri="{FF2B5EF4-FFF2-40B4-BE49-F238E27FC236}">
                <a16:creationId xmlns:a16="http://schemas.microsoft.com/office/drawing/2014/main" id="{911ACF61-702A-43F5-8F12-61EFA055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Content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124">
            <a:extLst xmlns:a="http://schemas.openxmlformats.org/drawingml/2006/main">
              <a:ext uri="{FF2B5EF4-FFF2-40B4-BE49-F238E27FC236}">
                <a16:creationId xmlns:a16="http://schemas.microsoft.com/office/drawing/2014/main" id="{00E5F78C-CDD1-46A7-BE58-9F0C7935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35" name="Google Shape;135;p124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E157C15C-0933-4C85-AD94-5340C1F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36" name="Google Shape;136;p124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2D72D909-2B21-41EE-80E5-0010B4C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37" name="Google Shape;137;p124">
            <a:extLst xmlns:a="http://schemas.openxmlformats.org/drawingml/2006/main">
              <a:ext uri="{FF2B5EF4-FFF2-40B4-BE49-F238E27FC236}">
                <a16:creationId xmlns:a16="http://schemas.microsoft.com/office/drawing/2014/main" id="{A959E46F-D52E-4DF7-B464-86D0631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34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ustomer Testimonials">
  <p:cSld name="Customer Testimoni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125">
            <a:extLst xmlns:a="http://schemas.openxmlformats.org/drawingml/2006/main">
              <a:ext uri="{FF2B5EF4-FFF2-40B4-BE49-F238E27FC236}">
                <a16:creationId xmlns:a16="http://schemas.microsoft.com/office/drawing/2014/main" id="{F7952596-DF3E-4D79-B45C-C27B678B48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0" name="Google Shape;140;p125">
            <a:extLst xmlns:a="http://schemas.openxmlformats.org/drawingml/2006/main">
              <a:ext uri="{FF2B5EF4-FFF2-40B4-BE49-F238E27FC236}">
                <a16:creationId xmlns:a16="http://schemas.microsoft.com/office/drawing/2014/main" id="{6CA1EADF-BD4C-4AAD-9A65-529D782B3C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54" name="Google Shape;141;p125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2" name="Google Shape;142;p125">
            <a:extLst xmlns:a="http://schemas.openxmlformats.org/drawingml/2006/main">
              <a:ext uri="{FF2B5EF4-FFF2-40B4-BE49-F238E27FC236}">
                <a16:creationId xmlns:a16="http://schemas.microsoft.com/office/drawing/2014/main" id="{1D534A94-CB5C-4ECA-974D-5E86663A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  <p:sp>
        <p:nvSpPr>
          <p:cNvPr id="143" name="Google Shape;143;p125">
            <a:extLst xmlns:a="http://schemas.openxmlformats.org/drawingml/2006/main">
              <a:ext uri="{FF2B5EF4-FFF2-40B4-BE49-F238E27FC236}">
                <a16:creationId xmlns:a16="http://schemas.microsoft.com/office/drawing/2014/main" id="{01037069-F07B-468F-B673-9E152E4F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44" name="Google Shape;144;p125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18B4B1B8-E724-40FE-A5E7-C17096E9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45" name="Google Shape;145;p125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4781210A-1665-4EDA-8657-FEA1201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46" name="Google Shape;146;p125">
            <a:extLst xmlns:a="http://schemas.openxmlformats.org/drawingml/2006/main">
              <a:ext uri="{FF2B5EF4-FFF2-40B4-BE49-F238E27FC236}">
                <a16:creationId xmlns:a16="http://schemas.microsoft.com/office/drawing/2014/main" id="{1DCEC0EE-DCC1-48D0-A382-58597BD58BA5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1940" y="3128769"/>
            <a:ext cx="570159" cy="57015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7" name="Google Shape;147;p125">
            <a:extLst xmlns:a="http://schemas.openxmlformats.org/drawingml/2006/main">
              <a:ext uri="{FF2B5EF4-FFF2-40B4-BE49-F238E27FC236}">
                <a16:creationId xmlns:a16="http://schemas.microsoft.com/office/drawing/2014/main" id="{4E1ABECD-9538-4D18-A831-6F65BF80D2A2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524298" y="3132337"/>
            <a:ext cx="570159" cy="57015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8" name="Google Shape;148;p125">
            <a:extLst xmlns:a="http://schemas.openxmlformats.org/drawingml/2006/main">
              <a:ext uri="{FF2B5EF4-FFF2-40B4-BE49-F238E27FC236}">
                <a16:creationId xmlns:a16="http://schemas.microsoft.com/office/drawing/2014/main" id="{18FE186F-3078-4FA6-84DB-CC7532C0A21F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426859" y="3132337"/>
            <a:ext cx="570159" cy="57015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18.xml><?xml version="1.0" encoding="utf-8"?>
<p:sldLayout xmlns:p="http://schemas.openxmlformats.org/presentationml/2006/main" matchingName="Meet Our Team Page">
  <p:cSld name="Meet Our Team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126">
            <a:extLst xmlns:a="http://schemas.openxmlformats.org/drawingml/2006/main">
              <a:ext uri="{FF2B5EF4-FFF2-40B4-BE49-F238E27FC236}">
                <a16:creationId xmlns:a16="http://schemas.microsoft.com/office/drawing/2014/main" id="{FCDE4B1E-D817-460B-8895-5EB7083869F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6170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1" name="Google Shape;151;p126">
            <a:extLst xmlns:a="http://schemas.openxmlformats.org/drawingml/2006/main">
              <a:ext uri="{FF2B5EF4-FFF2-40B4-BE49-F238E27FC236}">
                <a16:creationId xmlns:a16="http://schemas.microsoft.com/office/drawing/2014/main" id="{E9BD32EC-AD4A-4DA2-9EBF-A9979EAB18B6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480030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2" name="Google Shape;152;p126">
            <a:extLst xmlns:a="http://schemas.openxmlformats.org/drawingml/2006/main">
              <a:ext uri="{FF2B5EF4-FFF2-40B4-BE49-F238E27FC236}">
                <a16:creationId xmlns:a16="http://schemas.microsoft.com/office/drawing/2014/main" id="{11DC76A8-26FA-4A25-A33F-86773D633B66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123890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3" name="Google Shape;153;p126">
            <a:extLst xmlns:a="http://schemas.openxmlformats.org/drawingml/2006/main">
              <a:ext uri="{FF2B5EF4-FFF2-40B4-BE49-F238E27FC236}">
                <a16:creationId xmlns:a16="http://schemas.microsoft.com/office/drawing/2014/main" id="{77C1DC16-C84C-40AB-9B7F-B1E7DFA2FDE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767750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4" name="Google Shape;154;p126">
            <a:extLst xmlns:a="http://schemas.openxmlformats.org/drawingml/2006/main">
              <a:ext uri="{FF2B5EF4-FFF2-40B4-BE49-F238E27FC236}">
                <a16:creationId xmlns:a16="http://schemas.microsoft.com/office/drawing/2014/main" id="{8A94D22E-A159-4E72-98B8-2A8C49EE9277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411611" y="1491268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5" name="Google Shape;155;p126">
            <a:extLst xmlns:a="http://schemas.openxmlformats.org/drawingml/2006/main">
              <a:ext uri="{FF2B5EF4-FFF2-40B4-BE49-F238E27FC236}">
                <a16:creationId xmlns:a16="http://schemas.microsoft.com/office/drawing/2014/main" id="{8EFD93A9-0E30-4FE1-9E8E-80B13868D2BF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36170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6" name="Google Shape;156;p126">
            <a:extLst xmlns:a="http://schemas.openxmlformats.org/drawingml/2006/main">
              <a:ext uri="{FF2B5EF4-FFF2-40B4-BE49-F238E27FC236}">
                <a16:creationId xmlns:a16="http://schemas.microsoft.com/office/drawing/2014/main" id="{F0676D69-B794-4E9A-A1F9-441AA5271A24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2480030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7" name="Google Shape;157;p126">
            <a:extLst xmlns:a="http://schemas.openxmlformats.org/drawingml/2006/main">
              <a:ext uri="{FF2B5EF4-FFF2-40B4-BE49-F238E27FC236}">
                <a16:creationId xmlns:a16="http://schemas.microsoft.com/office/drawing/2014/main" id="{D6F7B97C-4CF3-4813-B5D9-B748D331A478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4123890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8" name="Google Shape;158;p126">
            <a:extLst xmlns:a="http://schemas.openxmlformats.org/drawingml/2006/main">
              <a:ext uri="{FF2B5EF4-FFF2-40B4-BE49-F238E27FC236}">
                <a16:creationId xmlns:a16="http://schemas.microsoft.com/office/drawing/2014/main" id="{BBEF4457-BABE-4DF0-9119-E50FC16D5E3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767750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9" name="Google Shape;159;p126">
            <a:extLst xmlns:a="http://schemas.openxmlformats.org/drawingml/2006/main">
              <a:ext uri="{FF2B5EF4-FFF2-40B4-BE49-F238E27FC236}">
                <a16:creationId xmlns:a16="http://schemas.microsoft.com/office/drawing/2014/main" id="{2E7257F3-5180-47BA-B4FE-24C3ACFA2F66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7411611" y="2990521"/>
            <a:ext cx="895352" cy="895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0" name="Google Shape;160;p126">
            <a:extLst xmlns:a="http://schemas.openxmlformats.org/drawingml/2006/main">
              <a:ext uri="{FF2B5EF4-FFF2-40B4-BE49-F238E27FC236}">
                <a16:creationId xmlns:a16="http://schemas.microsoft.com/office/drawing/2014/main" id="{AEAB9815-7094-430D-9F78-15BD82BF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61" name="Google Shape;161;p126">
            <a:extLst xmlns:a="http://schemas.openxmlformats.org/drawingml/2006/main">
              <a:ext uri="{FF2B5EF4-FFF2-40B4-BE49-F238E27FC236}">
                <a16:creationId xmlns:a16="http://schemas.microsoft.com/office/drawing/2014/main" id="{AED365B3-0D03-4BC4-96A4-AB4D12975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62" name="Google Shape;162;p126">
            <a:extLst xmlns:a="http://schemas.openxmlformats.org/drawingml/2006/main">
              <a:ext uri="{FF2B5EF4-FFF2-40B4-BE49-F238E27FC236}">
                <a16:creationId xmlns:a16="http://schemas.microsoft.com/office/drawing/2014/main" id="{04E2C940-6E72-4ACC-AA5A-234FEF33E03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94" name="Google Shape;163;p126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64" name="Google Shape;164;p126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08009A6C-8E36-4C4A-BE92-88D1E198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65" name="Google Shape;165;p126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7BE66283-56BB-465D-B72D-16603B4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66" name="Google Shape;166;p126">
            <a:extLst xmlns:a="http://schemas.openxmlformats.org/drawingml/2006/main">
              <a:ext uri="{FF2B5EF4-FFF2-40B4-BE49-F238E27FC236}">
                <a16:creationId xmlns:a16="http://schemas.microsoft.com/office/drawing/2014/main" id="{A887F7F6-13FE-4ADD-95DD-E44A575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Our Creative Force 1">
  <p:cSld name="Our Creative Force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127">
            <a:extLst xmlns:a="http://schemas.openxmlformats.org/drawingml/2006/main">
              <a:ext uri="{FF2B5EF4-FFF2-40B4-BE49-F238E27FC236}">
                <a16:creationId xmlns:a16="http://schemas.microsoft.com/office/drawing/2014/main" id="{3B115CD2-DCC3-4ABD-B9E9-6F3B6E85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69" name="Google Shape;169;p127">
            <a:extLst xmlns:a="http://schemas.openxmlformats.org/drawingml/2006/main">
              <a:ext uri="{FF2B5EF4-FFF2-40B4-BE49-F238E27FC236}">
                <a16:creationId xmlns:a16="http://schemas.microsoft.com/office/drawing/2014/main" id="{1AC49E77-00AE-46AC-8EA5-BAD7974B697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90059" y="1636182"/>
            <a:ext cx="1452033" cy="156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70" name="Google Shape;170;p127">
            <a:extLst xmlns:a="http://schemas.openxmlformats.org/drawingml/2006/main">
              <a:ext uri="{FF2B5EF4-FFF2-40B4-BE49-F238E27FC236}">
                <a16:creationId xmlns:a16="http://schemas.microsoft.com/office/drawing/2014/main" id="{6ECEF9E6-35E6-4617-91D3-A38095EF4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71" name="Google Shape;171;p127">
            <a:extLst xmlns:a="http://schemas.openxmlformats.org/drawingml/2006/main">
              <a:ext uri="{FF2B5EF4-FFF2-40B4-BE49-F238E27FC236}">
                <a16:creationId xmlns:a16="http://schemas.microsoft.com/office/drawing/2014/main" id="{0C2EA60B-5DAA-4AFF-9A46-E6D0E21ABC3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88" name="Google Shape;172;p127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73" name="Google Shape;173;p127">
            <a:extLst xmlns:a="http://schemas.openxmlformats.org/drawingml/2006/main">
              <a:ext uri="{FF2B5EF4-FFF2-40B4-BE49-F238E27FC236}">
                <a16:creationId xmlns:a16="http://schemas.microsoft.com/office/drawing/2014/main" id="{13F173F5-307E-4647-9733-5E47435390B3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2853972" y="1636182"/>
            <a:ext cx="1452033" cy="156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74" name="Google Shape;174;p127">
            <a:extLst xmlns:a="http://schemas.openxmlformats.org/drawingml/2006/main">
              <a:ext uri="{FF2B5EF4-FFF2-40B4-BE49-F238E27FC236}">
                <a16:creationId xmlns:a16="http://schemas.microsoft.com/office/drawing/2014/main" id="{9D07CFD1-A6F2-4BFE-9C0C-C17ED610F0B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817887" y="1636182"/>
            <a:ext cx="1452033" cy="156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75" name="Google Shape;175;p127">
            <a:extLst xmlns:a="http://schemas.openxmlformats.org/drawingml/2006/main">
              <a:ext uri="{FF2B5EF4-FFF2-40B4-BE49-F238E27FC236}">
                <a16:creationId xmlns:a16="http://schemas.microsoft.com/office/drawing/2014/main" id="{93404881-CC4C-4CC0-A991-341CF650F59F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6792064" y="1636182"/>
            <a:ext cx="1452033" cy="156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76" name="Google Shape;176;p127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3E0D4CE8-7053-4FEB-A3FD-E15FBAF7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77" name="Google Shape;177;p127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E41AD014-FE70-4983-9D2B-44DD6D1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78" name="Google Shape;178;p127">
            <a:extLst xmlns:a="http://schemas.openxmlformats.org/drawingml/2006/main">
              <a:ext uri="{FF2B5EF4-FFF2-40B4-BE49-F238E27FC236}">
                <a16:creationId xmlns:a16="http://schemas.microsoft.com/office/drawing/2014/main" id="{F99A583C-9275-48CE-B6A7-7E59E396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Right Half Pictgure in Page">
  <p:cSld name="Right Half Pictgure i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128">
            <a:extLst xmlns:a="http://schemas.openxmlformats.org/drawingml/2006/main">
              <a:ext uri="{FF2B5EF4-FFF2-40B4-BE49-F238E27FC236}">
                <a16:creationId xmlns:a16="http://schemas.microsoft.com/office/drawing/2014/main" id="{E2B2B2DC-643D-42EF-A709-7AC04C65C2F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72000" y="0"/>
            <a:ext cx="4572000" cy="5143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1" name="Google Shape;181;p128">
            <a:extLst xmlns:a="http://schemas.openxmlformats.org/drawingml/2006/main">
              <a:ext uri="{FF2B5EF4-FFF2-40B4-BE49-F238E27FC236}">
                <a16:creationId xmlns:a16="http://schemas.microsoft.com/office/drawing/2014/main" id="{95456129-FF41-4E37-82F9-B724F2542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3331093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82" name="Google Shape;182;p128">
            <a:extLst xmlns:a="http://schemas.openxmlformats.org/drawingml/2006/main">
              <a:ext uri="{FF2B5EF4-FFF2-40B4-BE49-F238E27FC236}">
                <a16:creationId xmlns:a16="http://schemas.microsoft.com/office/drawing/2014/main" id="{30CFA257-D7E1-4713-A1B3-A713F58F27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3331093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92" name="Google Shape;183;p128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84" name="Google Shape;184;p128">
            <a:extLst xmlns:a="http://schemas.openxmlformats.org/drawingml/2006/main">
              <a:ext uri="{FF2B5EF4-FFF2-40B4-BE49-F238E27FC236}">
                <a16:creationId xmlns:a16="http://schemas.microsoft.com/office/drawing/2014/main" id="{13E3976E-F8BF-4884-A083-2A71BD56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Mini Right Pictgure in Page">
  <p:cSld name="Mini Right Pictgure i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129">
            <a:extLst xmlns:a="http://schemas.openxmlformats.org/drawingml/2006/main">
              <a:ext uri="{FF2B5EF4-FFF2-40B4-BE49-F238E27FC236}">
                <a16:creationId xmlns:a16="http://schemas.microsoft.com/office/drawing/2014/main" id="{9C8686AC-F974-4CDA-A29F-0CCC256CADC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72000" y="0"/>
            <a:ext cx="4572000" cy="3047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7" name="Google Shape;187;p129">
            <a:extLst xmlns:a="http://schemas.openxmlformats.org/drawingml/2006/main">
              <a:ext uri="{FF2B5EF4-FFF2-40B4-BE49-F238E27FC236}">
                <a16:creationId xmlns:a16="http://schemas.microsoft.com/office/drawing/2014/main" id="{188E63E6-7C2D-4F3C-9067-F978789ABC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3331093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88" name="Google Shape;188;p129">
            <a:extLst xmlns:a="http://schemas.openxmlformats.org/drawingml/2006/main">
              <a:ext uri="{FF2B5EF4-FFF2-40B4-BE49-F238E27FC236}">
                <a16:creationId xmlns:a16="http://schemas.microsoft.com/office/drawing/2014/main" id="{1DB33374-338A-4C5C-B543-6BB9EA28B1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3725" y="959101"/>
            <a:ext cx="3331093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198" name="Google Shape;189;p129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90" name="Google Shape;190;p129">
            <a:extLst xmlns:a="http://schemas.openxmlformats.org/drawingml/2006/main">
              <a:ext uri="{FF2B5EF4-FFF2-40B4-BE49-F238E27FC236}">
                <a16:creationId xmlns:a16="http://schemas.microsoft.com/office/drawing/2014/main" id="{6763530C-D7AF-4271-839A-16E304BD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Small Picture at Left Side">
  <p:cSld name="Small Picture at Left S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Google Shape;192;p130">
            <a:extLst xmlns:a="http://schemas.openxmlformats.org/drawingml/2006/main">
              <a:ext uri="{FF2B5EF4-FFF2-40B4-BE49-F238E27FC236}">
                <a16:creationId xmlns:a16="http://schemas.microsoft.com/office/drawing/2014/main" id="{AAA67AAE-D536-4166-90D1-620035CB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193" name="Google Shape;193;p130">
            <a:extLst xmlns:a="http://schemas.openxmlformats.org/drawingml/2006/main">
              <a:ext uri="{FF2B5EF4-FFF2-40B4-BE49-F238E27FC236}">
                <a16:creationId xmlns:a16="http://schemas.microsoft.com/office/drawing/2014/main" id="{5276289B-77A6-4311-B116-D896837C3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94" name="Google Shape;194;p130">
            <a:extLst xmlns:a="http://schemas.openxmlformats.org/drawingml/2006/main">
              <a:ext uri="{FF2B5EF4-FFF2-40B4-BE49-F238E27FC236}">
                <a16:creationId xmlns:a16="http://schemas.microsoft.com/office/drawing/2014/main" id="{71A9EAAC-9271-4728-AF8F-CC616FD3A0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07" name="Google Shape;195;p130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96" name="Google Shape;196;p130">
            <a:extLst xmlns:a="http://schemas.openxmlformats.org/drawingml/2006/main">
              <a:ext uri="{FF2B5EF4-FFF2-40B4-BE49-F238E27FC236}">
                <a16:creationId xmlns:a16="http://schemas.microsoft.com/office/drawing/2014/main" id="{4394A855-1E72-400C-A462-BFEB0DEC62E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3726" y="1543049"/>
            <a:ext cx="2692400" cy="274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97" name="Google Shape;197;p130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95478E3F-1165-4237-8E7F-EAA4CABE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98" name="Google Shape;198;p130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AA4C5E74-2572-4402-B660-2DA13D20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99" name="Google Shape;199;p130">
            <a:extLst xmlns:a="http://schemas.openxmlformats.org/drawingml/2006/main">
              <a:ext uri="{FF2B5EF4-FFF2-40B4-BE49-F238E27FC236}">
                <a16:creationId xmlns:a16="http://schemas.microsoft.com/office/drawing/2014/main" id="{79A6BDFF-3430-43DD-A143-DAF5410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Company History Page 1">
  <p:cSld name="Company History Page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Google Shape;201;p131">
            <a:extLst xmlns:a="http://schemas.openxmlformats.org/drawingml/2006/main">
              <a:ext uri="{FF2B5EF4-FFF2-40B4-BE49-F238E27FC236}">
                <a16:creationId xmlns:a16="http://schemas.microsoft.com/office/drawing/2014/main" id="{BED05C2F-1EBA-495A-8763-1D5777FB0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202" name="Google Shape;202;p131">
            <a:extLst xmlns:a="http://schemas.openxmlformats.org/drawingml/2006/main">
              <a:ext uri="{FF2B5EF4-FFF2-40B4-BE49-F238E27FC236}">
                <a16:creationId xmlns:a16="http://schemas.microsoft.com/office/drawing/2014/main" id="{58FC93FC-8A26-4B07-B243-12F78E57D9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17" name="Google Shape;203;p131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04" name="Google Shape;204;p131">
            <a:extLst xmlns:a="http://schemas.openxmlformats.org/drawingml/2006/main">
              <a:ext uri="{FF2B5EF4-FFF2-40B4-BE49-F238E27FC236}">
                <a16:creationId xmlns:a16="http://schemas.microsoft.com/office/drawing/2014/main" id="{2490F180-971A-40CC-8F72-212343513A1A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189509" y="1590011"/>
            <a:ext cx="1035714" cy="1035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" name="Google Shape;205;p131">
            <a:extLst xmlns:a="http://schemas.openxmlformats.org/drawingml/2006/main">
              <a:ext uri="{FF2B5EF4-FFF2-40B4-BE49-F238E27FC236}">
                <a16:creationId xmlns:a16="http://schemas.microsoft.com/office/drawing/2014/main" id="{05950CC0-4400-4C1A-AD41-DD330178ED0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1520359" y="3233602"/>
            <a:ext cx="1035714" cy="1035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6" name="Google Shape;206;p131">
            <a:extLst xmlns:a="http://schemas.openxmlformats.org/drawingml/2006/main">
              <a:ext uri="{FF2B5EF4-FFF2-40B4-BE49-F238E27FC236}">
                <a16:creationId xmlns:a16="http://schemas.microsoft.com/office/drawing/2014/main" id="{60BD8838-B153-4F9E-B91E-6734A53DE8E7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907309" y="3233602"/>
            <a:ext cx="1035714" cy="1035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7" name="Google Shape;207;p131">
            <a:extLst xmlns:a="http://schemas.openxmlformats.org/drawingml/2006/main">
              <a:ext uri="{FF2B5EF4-FFF2-40B4-BE49-F238E27FC236}">
                <a16:creationId xmlns:a16="http://schemas.microsoft.com/office/drawing/2014/main" id="{78F4D2A8-5963-4797-985D-DE0E6CDB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306" y="4722841"/>
            <a:ext cx="1160434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BUSNESS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PROPOSAL</a:t>
            </a:r>
          </a:p>
        </p:txBody>
      </p:sp>
      <p:sp>
        <p:nvSpPr>
          <p:cNvPr id="208" name="Google Shape;208;p131">
            <a:extLst xmlns:a="http://schemas.openxmlformats.org/drawingml/2006/main">
              <a:ext uri="{FF2B5EF4-FFF2-40B4-BE49-F238E27FC236}">
                <a16:creationId xmlns:a16="http://schemas.microsoft.com/office/drawing/2014/main" id="{3EE41BB3-A5FC-4BEB-912A-4F4E7E8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209" name="Google Shape;209;p131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1C522227-83B6-4091-9710-324AACBD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10" name="Google Shape;210;p131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A6A99665-E1AB-4DEA-871D-7180D8AA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11" name="Google Shape;211;p131">
            <a:extLst xmlns:a="http://schemas.openxmlformats.org/drawingml/2006/main">
              <a:ext uri="{FF2B5EF4-FFF2-40B4-BE49-F238E27FC236}">
                <a16:creationId xmlns:a16="http://schemas.microsoft.com/office/drawing/2014/main" id="{010AD690-2411-42B3-B9B4-3EC39E7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Company History Page 2">
  <p:cSld name="Company History Pag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132">
            <a:extLst xmlns:a="http://schemas.openxmlformats.org/drawingml/2006/main">
              <a:ext uri="{FF2B5EF4-FFF2-40B4-BE49-F238E27FC236}">
                <a16:creationId xmlns:a16="http://schemas.microsoft.com/office/drawing/2014/main" id="{FACE7942-8386-44CD-88DA-3235D9983C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953374" cy="38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200" b="0" i="0" u="none" cap="none">
                <a:solidFill>
                  <a:schemeClr val="accent1"/>
                </a:solidFill>
                <a:latin typeface="Lato Black"/>
                <a:ea typeface="Lato Black"/>
                <a:cs typeface="Lato Black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214" name="Google Shape;214;p132">
            <a:extLst xmlns:a="http://schemas.openxmlformats.org/drawingml/2006/main">
              <a:ext uri="{FF2B5EF4-FFF2-40B4-BE49-F238E27FC236}">
                <a16:creationId xmlns:a16="http://schemas.microsoft.com/office/drawing/2014/main" id="{EBA35BC5-82F6-4847-90AF-FAC0B72C21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725" y="959101"/>
            <a:ext cx="7953374" cy="14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Arial"/>
              <a:buNone/>
              <a:defRPr sz="9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cxnSp>
        <p:nvCxnSpPr>
          <p:cNvPr id="228" name="Google Shape;215;p132"/>
          <p:cNvCxnSpPr/>
          <p:nvPr/>
        </p:nvCxnSpPr>
        <p:spPr>
          <a:xfrm xmlns:a="http://schemas.openxmlformats.org/drawingml/2006/main">
            <a:off x="593725" y="492067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16" name="Google Shape;216;p132">
            <a:extLst xmlns:a="http://schemas.openxmlformats.org/drawingml/2006/main">
              <a:ext uri="{FF2B5EF4-FFF2-40B4-BE49-F238E27FC236}">
                <a16:creationId xmlns:a16="http://schemas.microsoft.com/office/drawing/2014/main" id="{8E015589-148E-4482-B28C-013C7AB51BC2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520359" y="1590770"/>
            <a:ext cx="1035714" cy="1035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7" name="Google Shape;217;p132">
            <a:extLst xmlns:a="http://schemas.openxmlformats.org/drawingml/2006/main">
              <a:ext uri="{FF2B5EF4-FFF2-40B4-BE49-F238E27FC236}">
                <a16:creationId xmlns:a16="http://schemas.microsoft.com/office/drawing/2014/main" id="{DA407DEF-DCFE-48C6-870D-83F662950144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907309" y="1590770"/>
            <a:ext cx="1035714" cy="1035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8" name="Google Shape;218;p132">
            <a:extLst xmlns:a="http://schemas.openxmlformats.org/drawingml/2006/main">
              <a:ext uri="{FF2B5EF4-FFF2-40B4-BE49-F238E27FC236}">
                <a16:creationId xmlns:a16="http://schemas.microsoft.com/office/drawing/2014/main" id="{6F5033E7-C3D8-47D1-89E1-D32ED81DDC68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211734" y="3233602"/>
            <a:ext cx="1035714" cy="1035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9" name="Google Shape;219;p132">
            <a:extLst xmlns:a="http://schemas.openxmlformats.org/drawingml/2006/main">
              <a:ext uri="{FF2B5EF4-FFF2-40B4-BE49-F238E27FC236}">
                <a16:creationId xmlns:a16="http://schemas.microsoft.com/office/drawing/2014/main" id="{C6408A91-C309-46F5-BA82-BE645B3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422" y="4722841"/>
            <a:ext cx="206993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accent4"/>
                </a:solidFill>
                <a:latin typeface="Lato"/>
                <a:ea typeface="Lato"/>
                <a:cs typeface="Lato"/>
              </a:rPr>
              <a:t>‹#›</a:t>
            </a:fld>
          </a:p>
        </p:txBody>
      </p:sp>
      <p:sp>
        <p:nvSpPr>
          <p:cNvPr id="220" name="Google Shape;220;p132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D59C10F9-A81C-48BB-8222-D01FDA95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28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883" y="679"/>
                </a:moveTo>
                <a:cubicBezTo>
                  <a:pt x="1338" y="1175"/>
                  <a:pt x="1338" y="1175"/>
                  <a:pt x="1338" y="1175"/>
                </a:cubicBezTo>
                <a:cubicBezTo>
                  <a:pt x="883" y="1671"/>
                  <a:pt x="883" y="1671"/>
                  <a:pt x="883" y="1671"/>
                </a:cubicBezTo>
                <a:cubicBezTo>
                  <a:pt x="844" y="1710"/>
                  <a:pt x="844" y="1774"/>
                  <a:pt x="883" y="1813"/>
                </a:cubicBezTo>
                <a:cubicBezTo>
                  <a:pt x="922" y="1852"/>
                  <a:pt x="985" y="1852"/>
                  <a:pt x="1023" y="1813"/>
                </a:cubicBezTo>
                <a:cubicBezTo>
                  <a:pt x="1579" y="1246"/>
                  <a:pt x="1579" y="1246"/>
                  <a:pt x="1579" y="1246"/>
                </a:cubicBezTo>
                <a:cubicBezTo>
                  <a:pt x="1618" y="1207"/>
                  <a:pt x="1618" y="1143"/>
                  <a:pt x="1579" y="1104"/>
                </a:cubicBezTo>
                <a:cubicBezTo>
                  <a:pt x="1023" y="537"/>
                  <a:pt x="1023" y="537"/>
                  <a:pt x="1023" y="537"/>
                </a:cubicBezTo>
                <a:cubicBezTo>
                  <a:pt x="985" y="498"/>
                  <a:pt x="922" y="498"/>
                  <a:pt x="883" y="537"/>
                </a:cubicBezTo>
                <a:cubicBezTo>
                  <a:pt x="844" y="576"/>
                  <a:pt x="844" y="640"/>
                  <a:pt x="883" y="679"/>
                </a:cubicBezTo>
                <a:close/>
                <a:moveTo>
                  <a:pt x="0" y="1175"/>
                </a:move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lose/>
                <a:moveTo>
                  <a:pt x="2198" y="1175"/>
                </a:move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21" name="Google Shape;221;p132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765A6BE9-4A9E-4113-A151-57C1BA25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097" y="4713316"/>
            <a:ext cx="141259" cy="141259"/>
          </a:xfrm>
          <a:custGeom xmlns:a="http://schemas.openxmlformats.org/drawingml/2006/main">
            <a:rect l="l" t="t" r="r" b="b"/>
            <a:pathLst>
              <a:path w="2350" h="2350">
                <a:moveTo>
                  <a:pt x="1467" y="1671"/>
                </a:moveTo>
                <a:cubicBezTo>
                  <a:pt x="1012" y="1175"/>
                  <a:pt x="1012" y="1175"/>
                  <a:pt x="1012" y="1175"/>
                </a:cubicBezTo>
                <a:cubicBezTo>
                  <a:pt x="1467" y="679"/>
                  <a:pt x="1467" y="679"/>
                  <a:pt x="1467" y="679"/>
                </a:cubicBezTo>
                <a:cubicBezTo>
                  <a:pt x="1506" y="640"/>
                  <a:pt x="1506" y="576"/>
                  <a:pt x="1467" y="537"/>
                </a:cubicBezTo>
                <a:cubicBezTo>
                  <a:pt x="1428" y="498"/>
                  <a:pt x="1365" y="498"/>
                  <a:pt x="1327" y="537"/>
                </a:cubicBezTo>
                <a:cubicBezTo>
                  <a:pt x="771" y="1104"/>
                  <a:pt x="771" y="1104"/>
                  <a:pt x="771" y="1104"/>
                </a:cubicBezTo>
                <a:cubicBezTo>
                  <a:pt x="732" y="1143"/>
                  <a:pt x="732" y="1207"/>
                  <a:pt x="771" y="1246"/>
                </a:cubicBezTo>
                <a:cubicBezTo>
                  <a:pt x="1327" y="1813"/>
                  <a:pt x="1327" y="1813"/>
                  <a:pt x="1327" y="1813"/>
                </a:cubicBezTo>
                <a:cubicBezTo>
                  <a:pt x="1365" y="1852"/>
                  <a:pt x="1428" y="1852"/>
                  <a:pt x="1467" y="1813"/>
                </a:cubicBezTo>
                <a:cubicBezTo>
                  <a:pt x="1506" y="1774"/>
                  <a:pt x="1506" y="1710"/>
                  <a:pt x="1467" y="1671"/>
                </a:cubicBezTo>
                <a:close/>
                <a:moveTo>
                  <a:pt x="2350" y="1175"/>
                </a:moveTo>
                <a:cubicBezTo>
                  <a:pt x="2350" y="526"/>
                  <a:pt x="1824" y="0"/>
                  <a:pt x="1175" y="0"/>
                </a:cubicBezTo>
                <a:cubicBezTo>
                  <a:pt x="526" y="0"/>
                  <a:pt x="0" y="526"/>
                  <a:pt x="0" y="1175"/>
                </a:cubicBezTo>
                <a:cubicBezTo>
                  <a:pt x="0" y="1824"/>
                  <a:pt x="526" y="2350"/>
                  <a:pt x="1175" y="2350"/>
                </a:cubicBezTo>
                <a:cubicBezTo>
                  <a:pt x="1824" y="2350"/>
                  <a:pt x="2350" y="1824"/>
                  <a:pt x="2350" y="1175"/>
                </a:cubicBezTo>
                <a:close/>
                <a:moveTo>
                  <a:pt x="152" y="1175"/>
                </a:moveTo>
                <a:cubicBezTo>
                  <a:pt x="152" y="610"/>
                  <a:pt x="610" y="152"/>
                  <a:pt x="1175" y="152"/>
                </a:cubicBezTo>
                <a:cubicBezTo>
                  <a:pt x="1740" y="152"/>
                  <a:pt x="2198" y="610"/>
                  <a:pt x="2198" y="1175"/>
                </a:cubicBezTo>
                <a:cubicBezTo>
                  <a:pt x="2198" y="1740"/>
                  <a:pt x="1740" y="2198"/>
                  <a:pt x="1175" y="2198"/>
                </a:cubicBezTo>
                <a:cubicBezTo>
                  <a:pt x="610" y="2198"/>
                  <a:pt x="152" y="1740"/>
                  <a:pt x="152" y="1175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22" name="Google Shape;222;p132">
            <a:extLst xmlns:a="http://schemas.openxmlformats.org/drawingml/2006/main">
              <a:ext uri="{FF2B5EF4-FFF2-40B4-BE49-F238E27FC236}">
                <a16:creationId xmlns:a16="http://schemas.microsoft.com/office/drawing/2014/main" id="{E54E5046-0336-4401-A21D-A9F1282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4722841"/>
            <a:ext cx="1783555" cy="123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chemeClr val="accent3"/>
                </a:solidFill>
                <a:latin typeface="Lato"/>
                <a:ea typeface="Lato"/>
                <a:cs typeface="Lato"/>
              </a:rPr>
              <a:t>180 DEGREES </a:t>
            </a:r>
            <a:r>
              <a:rPr sz="800" b="1" i="0" u="none" cap="none">
                <a:solidFill>
                  <a:schemeClr val="accent2"/>
                </a:solidFill>
                <a:latin typeface="Lato"/>
                <a:ea typeface="Lato"/>
                <a:cs typeface="Lato"/>
              </a:rPr>
              <a:t>CONSULTING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Portfolio Section Break">
  <p:cSld name="Portfolio Section Brea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Google Shape;224;p133">
            <a:extLst xmlns:a="http://schemas.openxmlformats.org/drawingml/2006/main">
              <a:ext uri="{FF2B5EF4-FFF2-40B4-BE49-F238E27FC236}">
                <a16:creationId xmlns:a16="http://schemas.microsoft.com/office/drawing/2014/main" id="{3865D616-F075-498A-AAAD-E0A88B7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25" name="Google Shape;225;p133">
            <a:extLst xmlns:a="http://schemas.openxmlformats.org/drawingml/2006/main">
              <a:ext uri="{FF2B5EF4-FFF2-40B4-BE49-F238E27FC236}">
                <a16:creationId xmlns:a16="http://schemas.microsoft.com/office/drawing/2014/main" id="{2566DA6E-BE04-41D0-8F25-4A5991B0256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250" y="2790824"/>
            <a:ext cx="3282950" cy="2352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26" name="Google Shape;226;p133">
            <a:extLst xmlns:a="http://schemas.openxmlformats.org/drawingml/2006/main">
              <a:ext uri="{FF2B5EF4-FFF2-40B4-BE49-F238E27FC236}">
                <a16:creationId xmlns:a16="http://schemas.microsoft.com/office/drawing/2014/main" id="{DDF17691-A3FC-4E79-A9F0-B51C507E750A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267324" y="2790824"/>
            <a:ext cx="3280631" cy="2352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27" name="Google Shape;227;p133">
            <a:extLst xmlns:a="http://schemas.openxmlformats.org/drawingml/2006/main">
              <a:ext uri="{FF2B5EF4-FFF2-40B4-BE49-F238E27FC236}">
                <a16:creationId xmlns:a16="http://schemas.microsoft.com/office/drawing/2014/main" id="{9FE36171-BDAF-4E93-A38E-95677EBA573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2362200" y="1966913"/>
            <a:ext cx="4419600" cy="3176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6.xml><?xml version="1.0" encoding="utf-8"?>
<p:sldLayout xmlns:p="http://schemas.openxmlformats.org/presentationml/2006/main" matchingName="Full Background">
  <p:cSld name="Full Backgro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Google Shape;229;p134">
            <a:extLst xmlns:a="http://schemas.openxmlformats.org/drawingml/2006/main">
              <a:ext uri="{FF2B5EF4-FFF2-40B4-BE49-F238E27FC236}">
                <a16:creationId xmlns:a16="http://schemas.microsoft.com/office/drawing/2014/main" id="{4EAE316E-0355-4A3B-B578-79ACFD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Welcome Message">
  <p:cSld name="Welcome 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Google Shape;231;p135">
            <a:extLst xmlns:a="http://schemas.openxmlformats.org/drawingml/2006/main">
              <a:ext uri="{FF2B5EF4-FFF2-40B4-BE49-F238E27FC236}">
                <a16:creationId xmlns:a16="http://schemas.microsoft.com/office/drawing/2014/main" id="{E88E5814-1250-44A4-90A4-0D72098A8E1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090271" y="1588761"/>
            <a:ext cx="963458" cy="9634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7d3853ff847da" /><Relationship Type="http://schemas.openxmlformats.org/officeDocument/2006/relationships/slideLayout" Target="/ppt/slideLayouts/slideLayout1.xml" Id="R2a7f682b3373403e" /><Relationship Type="http://schemas.openxmlformats.org/officeDocument/2006/relationships/slideLayout" Target="/ppt/slideLayouts/slideLayout2.xml" Id="R18c8ccb40f614b2f" /><Relationship Type="http://schemas.openxmlformats.org/officeDocument/2006/relationships/slideLayout" Target="/ppt/slideLayouts/slideLayout3.xml" Id="Ra704b2ab163e4218" /><Relationship Type="http://schemas.openxmlformats.org/officeDocument/2006/relationships/slideLayout" Target="/ppt/slideLayouts/slideLayout4.xml" Id="R931f461c311b44da" /><Relationship Type="http://schemas.openxmlformats.org/officeDocument/2006/relationships/slideLayout" Target="/ppt/slideLayouts/slideLayout5.xml" Id="Rb79083c87ae04b34" /><Relationship Type="http://schemas.openxmlformats.org/officeDocument/2006/relationships/slideLayout" Target="/ppt/slideLayouts/slideLayout6.xml" Id="R147835d6ba984a68" /><Relationship Type="http://schemas.openxmlformats.org/officeDocument/2006/relationships/slideLayout" Target="/ppt/slideLayouts/slideLayout7.xml" Id="Red3c82631ced4b42" /><Relationship Type="http://schemas.openxmlformats.org/officeDocument/2006/relationships/slideLayout" Target="/ppt/slideLayouts/slideLayout8.xml" Id="R56fa78e9bfa44a1c" /><Relationship Type="http://schemas.openxmlformats.org/officeDocument/2006/relationships/slideLayout" Target="/ppt/slideLayouts/slideLayout9.xml" Id="R14e5a068c40f49cb" /><Relationship Type="http://schemas.openxmlformats.org/officeDocument/2006/relationships/slideLayout" Target="/ppt/slideLayouts/slideLayout10.xml" Id="R48308b9c49a54821" /><Relationship Type="http://schemas.openxmlformats.org/officeDocument/2006/relationships/slideLayout" Target="/ppt/slideLayouts/slideLayout11.xml" Id="R2d55a56e126c439c" /><Relationship Type="http://schemas.openxmlformats.org/officeDocument/2006/relationships/slideLayout" Target="/ppt/slideLayouts/slideLayout12.xml" Id="Rc0f2381e6f6c4d15" /><Relationship Type="http://schemas.openxmlformats.org/officeDocument/2006/relationships/slideLayout" Target="/ppt/slideLayouts/slideLayout13.xml" Id="Rfaed76157d24472d" /><Relationship Type="http://schemas.openxmlformats.org/officeDocument/2006/relationships/slideLayout" Target="/ppt/slideLayouts/slideLayout14.xml" Id="Rb79177aa47b24034" /><Relationship Type="http://schemas.openxmlformats.org/officeDocument/2006/relationships/slideLayout" Target="/ppt/slideLayouts/slideLayout15.xml" Id="R11ccbe64c6254b89" /><Relationship Type="http://schemas.openxmlformats.org/officeDocument/2006/relationships/slideLayout" Target="/ppt/slideLayouts/slideLayout16.xml" Id="R1e6fd779211a4a9a" /><Relationship Type="http://schemas.openxmlformats.org/officeDocument/2006/relationships/slideLayout" Target="/ppt/slideLayouts/slideLayout17.xml" Id="R29edd2dcc2c94c37" /><Relationship Type="http://schemas.openxmlformats.org/officeDocument/2006/relationships/slideLayout" Target="/ppt/slideLayouts/slideLayout18.xml" Id="R3615d91fdaa341e9" /><Relationship Type="http://schemas.openxmlformats.org/officeDocument/2006/relationships/slideLayout" Target="/ppt/slideLayouts/slideLayout19.xml" Id="R12f7d68f8972402c" /><Relationship Type="http://schemas.openxmlformats.org/officeDocument/2006/relationships/slideLayout" Target="/ppt/slideLayouts/slideLayout20.xml" Id="R2fa8477df4c24e93" /><Relationship Type="http://schemas.openxmlformats.org/officeDocument/2006/relationships/slideLayout" Target="/ppt/slideLayouts/slideLayout21.xml" Id="Rb2dae61bf497402d" /><Relationship Type="http://schemas.openxmlformats.org/officeDocument/2006/relationships/slideLayout" Target="/ppt/slideLayouts/slideLayout22.xml" Id="Ra821495a00384546" /><Relationship Type="http://schemas.openxmlformats.org/officeDocument/2006/relationships/slideLayout" Target="/ppt/slideLayouts/slideLayout23.xml" Id="Rd6c79a33e9134e70" /><Relationship Type="http://schemas.openxmlformats.org/officeDocument/2006/relationships/slideLayout" Target="/ppt/slideLayouts/slideLayout24.xml" Id="Ra713c08ed44c4f46" /><Relationship Type="http://schemas.openxmlformats.org/officeDocument/2006/relationships/slideLayout" Target="/ppt/slideLayouts/slideLayout25.xml" Id="R6200df36ee9e4b1c" /><Relationship Type="http://schemas.openxmlformats.org/officeDocument/2006/relationships/slideLayout" Target="/ppt/slideLayouts/slideLayout26.xml" Id="R3c94e101ce9f43b7" /><Relationship Type="http://schemas.openxmlformats.org/officeDocument/2006/relationships/slideLayout" Target="/ppt/slideLayouts/slideLayout27.xml" Id="R8e921cd7800a44e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f682b3373403e"/>
    <p:sldLayoutId xmlns:r="http://schemas.openxmlformats.org/officeDocument/2006/relationships" id="2147483650" r:id="R18c8ccb40f614b2f"/>
    <p:sldLayoutId xmlns:r="http://schemas.openxmlformats.org/officeDocument/2006/relationships" id="2147483651" r:id="Ra704b2ab163e4218"/>
    <p:sldLayoutId xmlns:r="http://schemas.openxmlformats.org/officeDocument/2006/relationships" id="2147483652" r:id="R931f461c311b44da"/>
    <p:sldLayoutId xmlns:r="http://schemas.openxmlformats.org/officeDocument/2006/relationships" id="2147483653" r:id="Rb79083c87ae04b34"/>
    <p:sldLayoutId xmlns:r="http://schemas.openxmlformats.org/officeDocument/2006/relationships" id="2147483654" r:id="R147835d6ba984a68"/>
    <p:sldLayoutId xmlns:r="http://schemas.openxmlformats.org/officeDocument/2006/relationships" id="2147483655" r:id="Red3c82631ced4b42"/>
    <p:sldLayoutId xmlns:r="http://schemas.openxmlformats.org/officeDocument/2006/relationships" id="2147483656" r:id="R56fa78e9bfa44a1c"/>
    <p:sldLayoutId xmlns:r="http://schemas.openxmlformats.org/officeDocument/2006/relationships" id="2147483657" r:id="R14e5a068c40f49cb"/>
    <p:sldLayoutId xmlns:r="http://schemas.openxmlformats.org/officeDocument/2006/relationships" id="2147483658" r:id="R48308b9c49a54821"/>
    <p:sldLayoutId xmlns:r="http://schemas.openxmlformats.org/officeDocument/2006/relationships" id="2147483659" r:id="R2d55a56e126c439c"/>
    <p:sldLayoutId xmlns:r="http://schemas.openxmlformats.org/officeDocument/2006/relationships" id="2147483660" r:id="Rc0f2381e6f6c4d15"/>
    <p:sldLayoutId xmlns:r="http://schemas.openxmlformats.org/officeDocument/2006/relationships" id="2147483661" r:id="Rfaed76157d24472d"/>
    <p:sldLayoutId xmlns:r="http://schemas.openxmlformats.org/officeDocument/2006/relationships" id="2147483662" r:id="Rb79177aa47b24034"/>
    <p:sldLayoutId xmlns:r="http://schemas.openxmlformats.org/officeDocument/2006/relationships" id="2147483663" r:id="R11ccbe64c6254b89"/>
    <p:sldLayoutId xmlns:r="http://schemas.openxmlformats.org/officeDocument/2006/relationships" id="2147483664" r:id="R1e6fd779211a4a9a"/>
    <p:sldLayoutId xmlns:r="http://schemas.openxmlformats.org/officeDocument/2006/relationships" id="2147483665" r:id="R29edd2dcc2c94c37"/>
    <p:sldLayoutId xmlns:r="http://schemas.openxmlformats.org/officeDocument/2006/relationships" id="2147483666" r:id="R3615d91fdaa341e9"/>
    <p:sldLayoutId xmlns:r="http://schemas.openxmlformats.org/officeDocument/2006/relationships" id="2147483667" r:id="R12f7d68f8972402c"/>
    <p:sldLayoutId xmlns:r="http://schemas.openxmlformats.org/officeDocument/2006/relationships" id="2147483668" r:id="R2fa8477df4c24e93"/>
    <p:sldLayoutId xmlns:r="http://schemas.openxmlformats.org/officeDocument/2006/relationships" id="2147483669" r:id="Rb2dae61bf497402d"/>
    <p:sldLayoutId xmlns:r="http://schemas.openxmlformats.org/officeDocument/2006/relationships" id="2147483670" r:id="Ra821495a00384546"/>
    <p:sldLayoutId xmlns:r="http://schemas.openxmlformats.org/officeDocument/2006/relationships" id="2147483671" r:id="Rd6c79a33e9134e70"/>
    <p:sldLayoutId xmlns:r="http://schemas.openxmlformats.org/officeDocument/2006/relationships" id="2147483672" r:id="Ra713c08ed44c4f46"/>
    <p:sldLayoutId xmlns:r="http://schemas.openxmlformats.org/officeDocument/2006/relationships" id="2147483673" r:id="R6200df36ee9e4b1c"/>
    <p:sldLayoutId xmlns:r="http://schemas.openxmlformats.org/officeDocument/2006/relationships" id="2147483674" r:id="R3c94e101ce9f43b7"/>
    <p:sldLayoutId xmlns:r="http://schemas.openxmlformats.org/officeDocument/2006/relationships" id="2147483675" r:id="R8e921cd7800a44e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85cad98eb4bd8" /><Relationship Type="http://schemas.openxmlformats.org/officeDocument/2006/relationships/image" Target="/ppt/media/image.png" Id="R3c63af849b494542" /><Relationship Type="http://schemas.openxmlformats.org/officeDocument/2006/relationships/notesSlide" Target="/ppt/notesSlides/notesSlide1.xml" Id="R66de2a21b17246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45d5480fa4b70" /><Relationship Type="http://schemas.openxmlformats.org/officeDocument/2006/relationships/image" Target="/ppt/media/image.png" Id="Rda82c38234ed43e7" /><Relationship Type="http://schemas.openxmlformats.org/officeDocument/2006/relationships/notesSlide" Target="/ppt/notesSlides/notesSlide2.xml" Id="R3ac77508ace549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A8145576-9A1C-97EB-53C5-D1CB04B32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012352" cy="3509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Circular IQ could be the expert partner for circularity.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8129D2-E0DE-5B87-C6A2-8E53ACD693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9664" y="989262"/>
            <a:ext cx="7953374" cy="1413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626B6E"/>
                </a:solidFill>
              </a:rPr>
              <a:t>Two proposed partnership routes to broaden access to CIQ's circularity expertise.</a:t>
            </a:r>
          </a:p>
        </p:txBody>
      </p:sp>
      <p:pic>
        <p:nvPicPr>
          <p:cNvPr id="7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3af849b494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7889" y="506695"/>
            <a:ext cx="751908" cy="751908"/>
          </a:xfrm>
          <a:prstGeom xmlns:a="http://schemas.openxmlformats.org/drawingml/2006/main" prst="rect">
            <a:avLst/>
          </a:prstGeom>
        </p:spPr>
      </p:pic>
      <p:sp>
        <p:nvSpPr>
          <p:cNvPr id="11" name="Google Shape;691;p12">
            <a:extLst xmlns:a="http://schemas.openxmlformats.org/drawingml/2006/main">
              <a:ext uri="{FF2B5EF4-FFF2-40B4-BE49-F238E27FC236}">
                <a16:creationId xmlns:a16="http://schemas.microsoft.com/office/drawing/2014/main" id="{9A92CBB9-AA25-E4DB-4FBB-9ECD37A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179" y="1652687"/>
            <a:ext cx="2371030" cy="2371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88900" dir="5400000" sx="80000" sy="80000" algn="t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</a:p>
        </p:txBody>
      </p:sp>
      <p:sp>
        <p:nvSpPr>
          <p:cNvPr id="16" name="Google Shape;3688;p59">
            <a:extLst xmlns:a="http://schemas.openxmlformats.org/drawingml/2006/main">
              <a:ext uri="{FF2B5EF4-FFF2-40B4-BE49-F238E27FC236}">
                <a16:creationId xmlns:a16="http://schemas.microsoft.com/office/drawing/2014/main" id="{2B1B58BA-D047-8A0E-46A5-72C755F4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508" y="2533421"/>
            <a:ext cx="298487" cy="291227"/>
          </a:xfrm>
          <a:custGeom xmlns:a="http://schemas.openxmlformats.org/drawingml/2006/main">
            <a:rect l="l" t="t" r="r" b="b"/>
            <a:pathLst>
              <a:path w="596" h="596">
                <a:moveTo>
                  <a:pt x="554" y="596"/>
                </a:moveTo>
                <a:cubicBezTo>
                  <a:pt x="530" y="596"/>
                  <a:pt x="512" y="577"/>
                  <a:pt x="512" y="554"/>
                </a:cubicBezTo>
                <a:cubicBezTo>
                  <a:pt x="512" y="295"/>
                  <a:pt x="301" y="84"/>
                  <a:pt x="42" y="84"/>
                </a:cubicBezTo>
                <a:cubicBezTo>
                  <a:pt x="18" y="84"/>
                  <a:pt x="0" y="66"/>
                  <a:pt x="0" y="42"/>
                </a:cubicBezTo>
                <a:cubicBezTo>
                  <a:pt x="0" y="19"/>
                  <a:pt x="18" y="0"/>
                  <a:pt x="42" y="0"/>
                </a:cubicBezTo>
                <a:cubicBezTo>
                  <a:pt x="347" y="0"/>
                  <a:pt x="596" y="249"/>
                  <a:pt x="596" y="554"/>
                </a:cubicBezTo>
                <a:cubicBezTo>
                  <a:pt x="596" y="577"/>
                  <a:pt x="577" y="596"/>
                  <a:pt x="554" y="59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7" name="Google Shape;3689;p59">
            <a:extLst xmlns:a="http://schemas.openxmlformats.org/drawingml/2006/main">
              <a:ext uri="{FF2B5EF4-FFF2-40B4-BE49-F238E27FC236}">
                <a16:creationId xmlns:a16="http://schemas.microsoft.com/office/drawing/2014/main" id="{33E36B30-995D-47EA-0FF3-DD8F3BEB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834" y="2963161"/>
            <a:ext cx="93502" cy="376465"/>
          </a:xfrm>
          <a:custGeom xmlns:a="http://schemas.openxmlformats.org/drawingml/2006/main">
            <a:rect l="l" t="t" r="r" b="b"/>
            <a:pathLst>
              <a:path w="26" h="106">
                <a:moveTo>
                  <a:pt x="9" y="106"/>
                </a:moveTo>
                <a:lnTo>
                  <a:pt x="0" y="105"/>
                </a:lnTo>
                <a:lnTo>
                  <a:pt x="18" y="0"/>
                </a:lnTo>
                <a:lnTo>
                  <a:pt x="26" y="2"/>
                </a:lnTo>
                <a:lnTo>
                  <a:pt x="9" y="106"/>
                </a:lnTo>
                <a:lnTo>
                  <a:pt x="9" y="106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8" name="Google Shape;3690;p59">
            <a:extLst xmlns:a="http://schemas.openxmlformats.org/drawingml/2006/main">
              <a:ext uri="{FF2B5EF4-FFF2-40B4-BE49-F238E27FC236}">
                <a16:creationId xmlns:a16="http://schemas.microsoft.com/office/drawing/2014/main" id="{94BAF1EE-1587-50B1-1D81-6188541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6832" y="2963161"/>
            <a:ext cx="93502" cy="376465"/>
          </a:xfrm>
          <a:custGeom xmlns:a="http://schemas.openxmlformats.org/drawingml/2006/main">
            <a:rect l="l" t="t" r="r" b="b"/>
            <a:pathLst>
              <a:path w="26" h="106">
                <a:moveTo>
                  <a:pt x="17" y="106"/>
                </a:moveTo>
                <a:lnTo>
                  <a:pt x="0" y="2"/>
                </a:lnTo>
                <a:lnTo>
                  <a:pt x="9" y="0"/>
                </a:lnTo>
                <a:lnTo>
                  <a:pt x="26" y="105"/>
                </a:lnTo>
                <a:lnTo>
                  <a:pt x="17" y="106"/>
                </a:lnTo>
                <a:lnTo>
                  <a:pt x="17" y="106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19" name="Google Shape;3691;p59">
            <a:extLst xmlns:a="http://schemas.openxmlformats.org/drawingml/2006/main">
              <a:ext uri="{FF2B5EF4-FFF2-40B4-BE49-F238E27FC236}">
                <a16:creationId xmlns:a16="http://schemas.microsoft.com/office/drawing/2014/main" id="{F888654F-B1F8-67FD-A4C8-09CD43A3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2006" y="2966713"/>
            <a:ext cx="240946" cy="49722"/>
          </a:xfrm>
          <a:custGeom xmlns:a="http://schemas.openxmlformats.org/drawingml/2006/main">
            <a:rect l="l" t="t" r="r" b="b"/>
            <a:pathLst>
              <a:path w="486" h="102">
                <a:moveTo>
                  <a:pt x="486" y="102"/>
                </a:moveTo>
                <a:cubicBezTo>
                  <a:pt x="459" y="102"/>
                  <a:pt x="448" y="77"/>
                  <a:pt x="440" y="58"/>
                </a:cubicBezTo>
                <a:cubicBezTo>
                  <a:pt x="436" y="50"/>
                  <a:pt x="429" y="34"/>
                  <a:pt x="425" y="34"/>
                </a:cubicBezTo>
                <a:cubicBezTo>
                  <a:pt x="421" y="34"/>
                  <a:pt x="414" y="50"/>
                  <a:pt x="410" y="58"/>
                </a:cubicBezTo>
                <a:cubicBezTo>
                  <a:pt x="402" y="77"/>
                  <a:pt x="390" y="102"/>
                  <a:pt x="364" y="102"/>
                </a:cubicBezTo>
                <a:cubicBezTo>
                  <a:pt x="338" y="102"/>
                  <a:pt x="327" y="77"/>
                  <a:pt x="318" y="58"/>
                </a:cubicBezTo>
                <a:cubicBezTo>
                  <a:pt x="315" y="50"/>
                  <a:pt x="308" y="34"/>
                  <a:pt x="304" y="34"/>
                </a:cubicBezTo>
                <a:cubicBezTo>
                  <a:pt x="299" y="34"/>
                  <a:pt x="292" y="50"/>
                  <a:pt x="289" y="58"/>
                </a:cubicBezTo>
                <a:cubicBezTo>
                  <a:pt x="281" y="77"/>
                  <a:pt x="269" y="102"/>
                  <a:pt x="243" y="102"/>
                </a:cubicBezTo>
                <a:cubicBezTo>
                  <a:pt x="217" y="102"/>
                  <a:pt x="205" y="77"/>
                  <a:pt x="197" y="58"/>
                </a:cubicBezTo>
                <a:cubicBezTo>
                  <a:pt x="193" y="50"/>
                  <a:pt x="186" y="34"/>
                  <a:pt x="182" y="34"/>
                </a:cubicBezTo>
                <a:cubicBezTo>
                  <a:pt x="178" y="34"/>
                  <a:pt x="171" y="50"/>
                  <a:pt x="167" y="58"/>
                </a:cubicBezTo>
                <a:cubicBezTo>
                  <a:pt x="159" y="77"/>
                  <a:pt x="148" y="102"/>
                  <a:pt x="121" y="102"/>
                </a:cubicBezTo>
                <a:cubicBezTo>
                  <a:pt x="95" y="102"/>
                  <a:pt x="84" y="77"/>
                  <a:pt x="76" y="58"/>
                </a:cubicBezTo>
                <a:cubicBezTo>
                  <a:pt x="72" y="50"/>
                  <a:pt x="65" y="34"/>
                  <a:pt x="61" y="34"/>
                </a:cubicBezTo>
                <a:cubicBezTo>
                  <a:pt x="57" y="34"/>
                  <a:pt x="49" y="50"/>
                  <a:pt x="46" y="58"/>
                </a:cubicBezTo>
                <a:cubicBezTo>
                  <a:pt x="38" y="77"/>
                  <a:pt x="26" y="102"/>
                  <a:pt x="0" y="102"/>
                </a:cubicBezTo>
                <a:cubicBezTo>
                  <a:pt x="0" y="68"/>
                  <a:pt x="0" y="68"/>
                  <a:pt x="0" y="68"/>
                </a:cubicBezTo>
                <a:cubicBezTo>
                  <a:pt x="4" y="68"/>
                  <a:pt x="11" y="52"/>
                  <a:pt x="15" y="44"/>
                </a:cubicBezTo>
                <a:cubicBezTo>
                  <a:pt x="23" y="25"/>
                  <a:pt x="34" y="0"/>
                  <a:pt x="61" y="0"/>
                </a:cubicBezTo>
                <a:cubicBezTo>
                  <a:pt x="87" y="0"/>
                  <a:pt x="98" y="25"/>
                  <a:pt x="107" y="44"/>
                </a:cubicBezTo>
                <a:cubicBezTo>
                  <a:pt x="110" y="52"/>
                  <a:pt x="117" y="68"/>
                  <a:pt x="121" y="68"/>
                </a:cubicBezTo>
                <a:cubicBezTo>
                  <a:pt x="126" y="68"/>
                  <a:pt x="133" y="52"/>
                  <a:pt x="136" y="44"/>
                </a:cubicBezTo>
                <a:cubicBezTo>
                  <a:pt x="145" y="25"/>
                  <a:pt x="156" y="0"/>
                  <a:pt x="182" y="0"/>
                </a:cubicBezTo>
                <a:cubicBezTo>
                  <a:pt x="208" y="0"/>
                  <a:pt x="220" y="25"/>
                  <a:pt x="228" y="44"/>
                </a:cubicBezTo>
                <a:cubicBezTo>
                  <a:pt x="232" y="52"/>
                  <a:pt x="239" y="68"/>
                  <a:pt x="243" y="68"/>
                </a:cubicBezTo>
                <a:cubicBezTo>
                  <a:pt x="247" y="68"/>
                  <a:pt x="254" y="52"/>
                  <a:pt x="258" y="44"/>
                </a:cubicBezTo>
                <a:cubicBezTo>
                  <a:pt x="266" y="25"/>
                  <a:pt x="277" y="0"/>
                  <a:pt x="304" y="0"/>
                </a:cubicBezTo>
                <a:cubicBezTo>
                  <a:pt x="330" y="0"/>
                  <a:pt x="341" y="25"/>
                  <a:pt x="349" y="44"/>
                </a:cubicBezTo>
                <a:cubicBezTo>
                  <a:pt x="353" y="52"/>
                  <a:pt x="360" y="68"/>
                  <a:pt x="364" y="68"/>
                </a:cubicBezTo>
                <a:cubicBezTo>
                  <a:pt x="368" y="68"/>
                  <a:pt x="376" y="52"/>
                  <a:pt x="379" y="44"/>
                </a:cubicBezTo>
                <a:cubicBezTo>
                  <a:pt x="387" y="25"/>
                  <a:pt x="399" y="0"/>
                  <a:pt x="425" y="0"/>
                </a:cubicBezTo>
                <a:cubicBezTo>
                  <a:pt x="451" y="0"/>
                  <a:pt x="463" y="25"/>
                  <a:pt x="471" y="44"/>
                </a:cubicBezTo>
                <a:cubicBezTo>
                  <a:pt x="474" y="52"/>
                  <a:pt x="481" y="68"/>
                  <a:pt x="486" y="68"/>
                </a:cubicBezTo>
                <a:cubicBezTo>
                  <a:pt x="486" y="102"/>
                  <a:pt x="486" y="102"/>
                  <a:pt x="486" y="10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0" name="Google Shape;3692;p59">
            <a:extLst xmlns:a="http://schemas.openxmlformats.org/drawingml/2006/main">
              <a:ext uri="{FF2B5EF4-FFF2-40B4-BE49-F238E27FC236}">
                <a16:creationId xmlns:a16="http://schemas.microsoft.com/office/drawing/2014/main" id="{28C8D3AE-73BE-8EA1-3A94-FF2D511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508" y="2093027"/>
            <a:ext cx="43154" cy="255712"/>
          </a:xfrm>
          <a:custGeom xmlns:a="http://schemas.openxmlformats.org/drawingml/2006/main">
            <a:rect l="l" t="t" r="r" b="b"/>
            <a:pathLst>
              <a:path w="84" h="524">
                <a:moveTo>
                  <a:pt x="42" y="524"/>
                </a:moveTo>
                <a:cubicBezTo>
                  <a:pt x="19" y="524"/>
                  <a:pt x="0" y="505"/>
                  <a:pt x="0" y="48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19"/>
                  <a:pt x="19" y="0"/>
                  <a:pt x="42" y="0"/>
                </a:cubicBezTo>
                <a:cubicBezTo>
                  <a:pt x="66" y="0"/>
                  <a:pt x="84" y="19"/>
                  <a:pt x="84" y="42"/>
                </a:cubicBezTo>
                <a:cubicBezTo>
                  <a:pt x="84" y="482"/>
                  <a:pt x="84" y="482"/>
                  <a:pt x="84" y="482"/>
                </a:cubicBezTo>
                <a:cubicBezTo>
                  <a:pt x="84" y="505"/>
                  <a:pt x="66" y="524"/>
                  <a:pt x="42" y="52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1" name="Google Shape;3693;p59">
            <a:extLst xmlns:a="http://schemas.openxmlformats.org/drawingml/2006/main">
              <a:ext uri="{FF2B5EF4-FFF2-40B4-BE49-F238E27FC236}">
                <a16:creationId xmlns:a16="http://schemas.microsoft.com/office/drawing/2014/main" id="{0C633D68-A0D4-53DC-FD19-C51075D4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3645" y="2185369"/>
            <a:ext cx="154637" cy="230854"/>
          </a:xfrm>
          <a:custGeom xmlns:a="http://schemas.openxmlformats.org/drawingml/2006/main">
            <a:rect l="l" t="t" r="r" b="b"/>
            <a:pathLst>
              <a:path w="316" h="471">
                <a:moveTo>
                  <a:pt x="48" y="471"/>
                </a:moveTo>
                <a:cubicBezTo>
                  <a:pt x="41" y="471"/>
                  <a:pt x="34" y="469"/>
                  <a:pt x="27" y="465"/>
                </a:cubicBezTo>
                <a:cubicBezTo>
                  <a:pt x="7" y="454"/>
                  <a:pt x="0" y="428"/>
                  <a:pt x="12" y="408"/>
                </a:cubicBezTo>
                <a:cubicBezTo>
                  <a:pt x="232" y="27"/>
                  <a:pt x="232" y="27"/>
                  <a:pt x="232" y="27"/>
                </a:cubicBezTo>
                <a:cubicBezTo>
                  <a:pt x="243" y="7"/>
                  <a:pt x="269" y="0"/>
                  <a:pt x="289" y="11"/>
                </a:cubicBezTo>
                <a:cubicBezTo>
                  <a:pt x="309" y="23"/>
                  <a:pt x="316" y="49"/>
                  <a:pt x="304" y="69"/>
                </a:cubicBezTo>
                <a:cubicBezTo>
                  <a:pt x="84" y="450"/>
                  <a:pt x="84" y="450"/>
                  <a:pt x="84" y="450"/>
                </a:cubicBezTo>
                <a:cubicBezTo>
                  <a:pt x="77" y="463"/>
                  <a:pt x="63" y="471"/>
                  <a:pt x="48" y="47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2" name="Google Shape;3694;p59">
            <a:extLst xmlns:a="http://schemas.openxmlformats.org/drawingml/2006/main">
              <a:ext uri="{FF2B5EF4-FFF2-40B4-BE49-F238E27FC236}">
                <a16:creationId xmlns:a16="http://schemas.microsoft.com/office/drawing/2014/main" id="{175FA22F-0EA8-51C5-F499-114972B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7053" y="2444634"/>
            <a:ext cx="233755" cy="149165"/>
          </a:xfrm>
          <a:custGeom xmlns:a="http://schemas.openxmlformats.org/drawingml/2006/main">
            <a:rect l="l" t="t" r="r" b="b"/>
            <a:pathLst>
              <a:path w="477" h="309">
                <a:moveTo>
                  <a:pt x="48" y="309"/>
                </a:moveTo>
                <a:cubicBezTo>
                  <a:pt x="34" y="309"/>
                  <a:pt x="20" y="302"/>
                  <a:pt x="12" y="289"/>
                </a:cubicBezTo>
                <a:cubicBezTo>
                  <a:pt x="0" y="268"/>
                  <a:pt x="7" y="243"/>
                  <a:pt x="27" y="231"/>
                </a:cubicBezTo>
                <a:cubicBezTo>
                  <a:pt x="408" y="11"/>
                  <a:pt x="408" y="11"/>
                  <a:pt x="408" y="11"/>
                </a:cubicBezTo>
                <a:cubicBezTo>
                  <a:pt x="428" y="0"/>
                  <a:pt x="454" y="7"/>
                  <a:pt x="466" y="27"/>
                </a:cubicBezTo>
                <a:cubicBezTo>
                  <a:pt x="477" y="47"/>
                  <a:pt x="470" y="72"/>
                  <a:pt x="450" y="84"/>
                </a:cubicBezTo>
                <a:cubicBezTo>
                  <a:pt x="69" y="304"/>
                  <a:pt x="69" y="304"/>
                  <a:pt x="69" y="304"/>
                </a:cubicBezTo>
                <a:cubicBezTo>
                  <a:pt x="63" y="308"/>
                  <a:pt x="55" y="309"/>
                  <a:pt x="48" y="30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3" name="Google Shape;3695;p59">
            <a:extLst xmlns:a="http://schemas.openxmlformats.org/drawingml/2006/main">
              <a:ext uri="{FF2B5EF4-FFF2-40B4-BE49-F238E27FC236}">
                <a16:creationId xmlns:a16="http://schemas.microsoft.com/office/drawing/2014/main" id="{D99B65A9-3D38-3B42-37DD-75FEDB25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5379" y="2799790"/>
            <a:ext cx="266120" cy="42618"/>
          </a:xfrm>
          <a:custGeom xmlns:a="http://schemas.openxmlformats.org/drawingml/2006/main">
            <a:rect l="l" t="t" r="r" b="b"/>
            <a:pathLst>
              <a:path w="538" h="84">
                <a:moveTo>
                  <a:pt x="496" y="84"/>
                </a:moveTo>
                <a:cubicBezTo>
                  <a:pt x="42" y="84"/>
                  <a:pt x="42" y="84"/>
                  <a:pt x="42" y="84"/>
                </a:cubicBezTo>
                <a:cubicBezTo>
                  <a:pt x="19" y="84"/>
                  <a:pt x="0" y="65"/>
                  <a:pt x="0" y="42"/>
                </a:cubicBezTo>
                <a:cubicBezTo>
                  <a:pt x="0" y="19"/>
                  <a:pt x="19" y="0"/>
                  <a:pt x="42" y="0"/>
                </a:cubicBezTo>
                <a:cubicBezTo>
                  <a:pt x="496" y="0"/>
                  <a:pt x="496" y="0"/>
                  <a:pt x="496" y="0"/>
                </a:cubicBezTo>
                <a:cubicBezTo>
                  <a:pt x="519" y="0"/>
                  <a:pt x="538" y="19"/>
                  <a:pt x="538" y="42"/>
                </a:cubicBezTo>
                <a:cubicBezTo>
                  <a:pt x="538" y="65"/>
                  <a:pt x="519" y="84"/>
                  <a:pt x="496" y="8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4" name="Google Shape;3696;p59">
            <a:extLst xmlns:a="http://schemas.openxmlformats.org/drawingml/2006/main">
              <a:ext uri="{FF2B5EF4-FFF2-40B4-BE49-F238E27FC236}">
                <a16:creationId xmlns:a16="http://schemas.microsoft.com/office/drawing/2014/main" id="{CA884FD8-4914-C237-C65D-B267FC0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7053" y="3041297"/>
            <a:ext cx="233755" cy="152717"/>
          </a:xfrm>
          <a:custGeom xmlns:a="http://schemas.openxmlformats.org/drawingml/2006/main">
            <a:rect l="l" t="t" r="r" b="b"/>
            <a:pathLst>
              <a:path w="477" h="310">
                <a:moveTo>
                  <a:pt x="430" y="310"/>
                </a:moveTo>
                <a:cubicBezTo>
                  <a:pt x="422" y="310"/>
                  <a:pt x="415" y="308"/>
                  <a:pt x="409" y="304"/>
                </a:cubicBezTo>
                <a:cubicBezTo>
                  <a:pt x="27" y="84"/>
                  <a:pt x="27" y="84"/>
                  <a:pt x="27" y="84"/>
                </a:cubicBezTo>
                <a:cubicBezTo>
                  <a:pt x="7" y="73"/>
                  <a:pt x="0" y="47"/>
                  <a:pt x="12" y="27"/>
                </a:cubicBezTo>
                <a:cubicBezTo>
                  <a:pt x="24" y="7"/>
                  <a:pt x="49" y="0"/>
                  <a:pt x="69" y="12"/>
                </a:cubicBezTo>
                <a:cubicBezTo>
                  <a:pt x="451" y="231"/>
                  <a:pt x="451" y="231"/>
                  <a:pt x="451" y="231"/>
                </a:cubicBezTo>
                <a:cubicBezTo>
                  <a:pt x="471" y="243"/>
                  <a:pt x="477" y="269"/>
                  <a:pt x="466" y="289"/>
                </a:cubicBezTo>
                <a:cubicBezTo>
                  <a:pt x="458" y="302"/>
                  <a:pt x="444" y="310"/>
                  <a:pt x="430" y="31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5" name="Google Shape;3697;p59">
            <a:extLst xmlns:a="http://schemas.openxmlformats.org/drawingml/2006/main">
              <a:ext uri="{FF2B5EF4-FFF2-40B4-BE49-F238E27FC236}">
                <a16:creationId xmlns:a16="http://schemas.microsoft.com/office/drawing/2014/main" id="{F3BD08B4-2D1A-D438-2F9E-4E17E2C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5888" y="2185369"/>
            <a:ext cx="154637" cy="230854"/>
          </a:xfrm>
          <a:custGeom xmlns:a="http://schemas.openxmlformats.org/drawingml/2006/main">
            <a:rect l="l" t="t" r="r" b="b"/>
            <a:pathLst>
              <a:path w="316" h="471">
                <a:moveTo>
                  <a:pt x="268" y="471"/>
                </a:moveTo>
                <a:cubicBezTo>
                  <a:pt x="253" y="471"/>
                  <a:pt x="239" y="463"/>
                  <a:pt x="231" y="450"/>
                </a:cubicBezTo>
                <a:cubicBezTo>
                  <a:pt x="11" y="69"/>
                  <a:pt x="11" y="69"/>
                  <a:pt x="11" y="69"/>
                </a:cubicBezTo>
                <a:cubicBezTo>
                  <a:pt x="0" y="49"/>
                  <a:pt x="7" y="23"/>
                  <a:pt x="27" y="12"/>
                </a:cubicBezTo>
                <a:cubicBezTo>
                  <a:pt x="47" y="0"/>
                  <a:pt x="73" y="7"/>
                  <a:pt x="84" y="27"/>
                </a:cubicBezTo>
                <a:cubicBezTo>
                  <a:pt x="304" y="408"/>
                  <a:pt x="304" y="408"/>
                  <a:pt x="304" y="408"/>
                </a:cubicBezTo>
                <a:cubicBezTo>
                  <a:pt x="316" y="428"/>
                  <a:pt x="309" y="454"/>
                  <a:pt x="289" y="465"/>
                </a:cubicBezTo>
                <a:cubicBezTo>
                  <a:pt x="282" y="469"/>
                  <a:pt x="275" y="471"/>
                  <a:pt x="268" y="47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6" name="Google Shape;3698;p59">
            <a:extLst xmlns:a="http://schemas.openxmlformats.org/drawingml/2006/main">
              <a:ext uri="{FF2B5EF4-FFF2-40B4-BE49-F238E27FC236}">
                <a16:creationId xmlns:a16="http://schemas.microsoft.com/office/drawing/2014/main" id="{9F63E153-0DE2-4C58-84D1-BD49998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3364" y="2444634"/>
            <a:ext cx="237349" cy="149165"/>
          </a:xfrm>
          <a:custGeom xmlns:a="http://schemas.openxmlformats.org/drawingml/2006/main">
            <a:rect l="l" t="t" r="r" b="b"/>
            <a:pathLst>
              <a:path w="477" h="310">
                <a:moveTo>
                  <a:pt x="429" y="310"/>
                </a:moveTo>
                <a:cubicBezTo>
                  <a:pt x="422" y="310"/>
                  <a:pt x="415" y="308"/>
                  <a:pt x="408" y="304"/>
                </a:cubicBezTo>
                <a:cubicBezTo>
                  <a:pt x="27" y="84"/>
                  <a:pt x="27" y="84"/>
                  <a:pt x="27" y="84"/>
                </a:cubicBezTo>
                <a:cubicBezTo>
                  <a:pt x="7" y="73"/>
                  <a:pt x="0" y="47"/>
                  <a:pt x="12" y="27"/>
                </a:cubicBezTo>
                <a:cubicBezTo>
                  <a:pt x="23" y="7"/>
                  <a:pt x="49" y="0"/>
                  <a:pt x="69" y="12"/>
                </a:cubicBezTo>
                <a:cubicBezTo>
                  <a:pt x="450" y="232"/>
                  <a:pt x="450" y="232"/>
                  <a:pt x="450" y="232"/>
                </a:cubicBezTo>
                <a:cubicBezTo>
                  <a:pt x="470" y="243"/>
                  <a:pt x="477" y="269"/>
                  <a:pt x="465" y="289"/>
                </a:cubicBezTo>
                <a:cubicBezTo>
                  <a:pt x="458" y="303"/>
                  <a:pt x="443" y="310"/>
                  <a:pt x="429" y="31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7" name="Google Shape;3699;p59">
            <a:extLst xmlns:a="http://schemas.openxmlformats.org/drawingml/2006/main">
              <a:ext uri="{FF2B5EF4-FFF2-40B4-BE49-F238E27FC236}">
                <a16:creationId xmlns:a16="http://schemas.microsoft.com/office/drawing/2014/main" id="{FE45BC57-D80C-5C93-1EE4-D1F77117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9861" y="2799790"/>
            <a:ext cx="258927" cy="42618"/>
          </a:xfrm>
          <a:custGeom xmlns:a="http://schemas.openxmlformats.org/drawingml/2006/main">
            <a:rect l="l" t="t" r="r" b="b"/>
            <a:pathLst>
              <a:path w="524" h="84">
                <a:moveTo>
                  <a:pt x="481" y="84"/>
                </a:moveTo>
                <a:cubicBezTo>
                  <a:pt x="42" y="84"/>
                  <a:pt x="42" y="84"/>
                  <a:pt x="42" y="84"/>
                </a:cubicBezTo>
                <a:cubicBezTo>
                  <a:pt x="18" y="84"/>
                  <a:pt x="0" y="65"/>
                  <a:pt x="0" y="42"/>
                </a:cubicBezTo>
                <a:cubicBezTo>
                  <a:pt x="0" y="19"/>
                  <a:pt x="18" y="0"/>
                  <a:pt x="42" y="0"/>
                </a:cubicBezTo>
                <a:cubicBezTo>
                  <a:pt x="481" y="0"/>
                  <a:pt x="481" y="0"/>
                  <a:pt x="481" y="0"/>
                </a:cubicBezTo>
                <a:cubicBezTo>
                  <a:pt x="505" y="0"/>
                  <a:pt x="524" y="19"/>
                  <a:pt x="524" y="42"/>
                </a:cubicBezTo>
                <a:cubicBezTo>
                  <a:pt x="524" y="65"/>
                  <a:pt x="505" y="84"/>
                  <a:pt x="481" y="8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8" name="Google Shape;3700;p59">
            <a:extLst xmlns:a="http://schemas.openxmlformats.org/drawingml/2006/main">
              <a:ext uri="{FF2B5EF4-FFF2-40B4-BE49-F238E27FC236}">
                <a16:creationId xmlns:a16="http://schemas.microsoft.com/office/drawing/2014/main" id="{9A47EC7E-AF0B-A732-E14A-EEE1D97D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3364" y="3041297"/>
            <a:ext cx="237349" cy="152717"/>
          </a:xfrm>
          <a:custGeom xmlns:a="http://schemas.openxmlformats.org/drawingml/2006/main">
            <a:rect l="l" t="t" r="r" b="b"/>
            <a:pathLst>
              <a:path w="477" h="310">
                <a:moveTo>
                  <a:pt x="48" y="310"/>
                </a:moveTo>
                <a:cubicBezTo>
                  <a:pt x="34" y="310"/>
                  <a:pt x="20" y="303"/>
                  <a:pt x="12" y="289"/>
                </a:cubicBezTo>
                <a:cubicBezTo>
                  <a:pt x="0" y="269"/>
                  <a:pt x="7" y="244"/>
                  <a:pt x="27" y="232"/>
                </a:cubicBezTo>
                <a:cubicBezTo>
                  <a:pt x="408" y="12"/>
                  <a:pt x="408" y="12"/>
                  <a:pt x="408" y="12"/>
                </a:cubicBezTo>
                <a:cubicBezTo>
                  <a:pt x="428" y="0"/>
                  <a:pt x="454" y="7"/>
                  <a:pt x="466" y="27"/>
                </a:cubicBezTo>
                <a:cubicBezTo>
                  <a:pt x="477" y="48"/>
                  <a:pt x="470" y="73"/>
                  <a:pt x="450" y="85"/>
                </a:cubicBezTo>
                <a:cubicBezTo>
                  <a:pt x="69" y="305"/>
                  <a:pt x="69" y="305"/>
                  <a:pt x="69" y="305"/>
                </a:cubicBezTo>
                <a:cubicBezTo>
                  <a:pt x="63" y="308"/>
                  <a:pt x="55" y="310"/>
                  <a:pt x="48" y="31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29" name="Google Shape;3701;p59">
            <a:extLst xmlns:a="http://schemas.openxmlformats.org/drawingml/2006/main">
              <a:ext uri="{FF2B5EF4-FFF2-40B4-BE49-F238E27FC236}">
                <a16:creationId xmlns:a16="http://schemas.microsoft.com/office/drawing/2014/main" id="{CEFC0595-B4B8-DBAF-CA7E-48C7B84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1504" y="2412668"/>
            <a:ext cx="794762" cy="934062"/>
          </a:xfrm>
          <a:custGeom xmlns:a="http://schemas.openxmlformats.org/drawingml/2006/main">
            <a:rect l="l" t="t" r="r" b="b"/>
            <a:pathLst>
              <a:path w="1602" h="1910">
                <a:moveTo>
                  <a:pt x="1173" y="1910"/>
                </a:moveTo>
                <a:cubicBezTo>
                  <a:pt x="1173" y="1910"/>
                  <a:pt x="1172" y="1910"/>
                  <a:pt x="1172" y="1910"/>
                </a:cubicBezTo>
                <a:cubicBezTo>
                  <a:pt x="427" y="1910"/>
                  <a:pt x="427" y="1910"/>
                  <a:pt x="427" y="1910"/>
                </a:cubicBezTo>
                <a:cubicBezTo>
                  <a:pt x="389" y="1910"/>
                  <a:pt x="357" y="1879"/>
                  <a:pt x="357" y="1840"/>
                </a:cubicBezTo>
                <a:cubicBezTo>
                  <a:pt x="357" y="1837"/>
                  <a:pt x="358" y="1834"/>
                  <a:pt x="358" y="1831"/>
                </a:cubicBezTo>
                <a:cubicBezTo>
                  <a:pt x="362" y="1781"/>
                  <a:pt x="358" y="1628"/>
                  <a:pt x="307" y="1560"/>
                </a:cubicBezTo>
                <a:cubicBezTo>
                  <a:pt x="8" y="1175"/>
                  <a:pt x="0" y="805"/>
                  <a:pt x="0" y="801"/>
                </a:cubicBezTo>
                <a:cubicBezTo>
                  <a:pt x="0" y="359"/>
                  <a:pt x="359" y="0"/>
                  <a:pt x="801" y="0"/>
                </a:cubicBezTo>
                <a:cubicBezTo>
                  <a:pt x="1243" y="0"/>
                  <a:pt x="1602" y="359"/>
                  <a:pt x="1602" y="801"/>
                </a:cubicBezTo>
                <a:cubicBezTo>
                  <a:pt x="1602" y="805"/>
                  <a:pt x="1594" y="1175"/>
                  <a:pt x="1294" y="1561"/>
                </a:cubicBezTo>
                <a:cubicBezTo>
                  <a:pt x="1241" y="1631"/>
                  <a:pt x="1239" y="1784"/>
                  <a:pt x="1242" y="1828"/>
                </a:cubicBezTo>
                <a:cubicBezTo>
                  <a:pt x="1242" y="1832"/>
                  <a:pt x="1243" y="1836"/>
                  <a:pt x="1243" y="1840"/>
                </a:cubicBezTo>
                <a:cubicBezTo>
                  <a:pt x="1243" y="1879"/>
                  <a:pt x="1211" y="1910"/>
                  <a:pt x="1173" y="1910"/>
                </a:cubicBezTo>
                <a:close/>
                <a:moveTo>
                  <a:pt x="427" y="1770"/>
                </a:moveTo>
                <a:cubicBezTo>
                  <a:pt x="388" y="1770"/>
                  <a:pt x="362" y="1800"/>
                  <a:pt x="358" y="1830"/>
                </a:cubicBezTo>
                <a:cubicBezTo>
                  <a:pt x="363" y="1796"/>
                  <a:pt x="392" y="1770"/>
                  <a:pt x="427" y="1770"/>
                </a:cubicBezTo>
                <a:close/>
                <a:moveTo>
                  <a:pt x="1184" y="1771"/>
                </a:moveTo>
                <a:cubicBezTo>
                  <a:pt x="1194" y="1773"/>
                  <a:pt x="1203" y="1777"/>
                  <a:pt x="1211" y="1782"/>
                </a:cubicBezTo>
                <a:cubicBezTo>
                  <a:pt x="1203" y="1777"/>
                  <a:pt x="1194" y="1773"/>
                  <a:pt x="1184" y="1771"/>
                </a:cubicBezTo>
                <a:close/>
                <a:moveTo>
                  <a:pt x="498" y="1770"/>
                </a:moveTo>
                <a:cubicBezTo>
                  <a:pt x="1102" y="1770"/>
                  <a:pt x="1102" y="1770"/>
                  <a:pt x="1102" y="1770"/>
                </a:cubicBezTo>
                <a:cubicBezTo>
                  <a:pt x="1103" y="1739"/>
                  <a:pt x="1106" y="1712"/>
                  <a:pt x="1106" y="1711"/>
                </a:cubicBezTo>
                <a:cubicBezTo>
                  <a:pt x="1116" y="1610"/>
                  <a:pt x="1142" y="1530"/>
                  <a:pt x="1183" y="1476"/>
                </a:cubicBezTo>
                <a:cubicBezTo>
                  <a:pt x="1452" y="1130"/>
                  <a:pt x="1462" y="804"/>
                  <a:pt x="1462" y="801"/>
                </a:cubicBezTo>
                <a:cubicBezTo>
                  <a:pt x="1462" y="436"/>
                  <a:pt x="1166" y="140"/>
                  <a:pt x="801" y="140"/>
                </a:cubicBezTo>
                <a:cubicBezTo>
                  <a:pt x="436" y="140"/>
                  <a:pt x="139" y="436"/>
                  <a:pt x="139" y="801"/>
                </a:cubicBezTo>
                <a:cubicBezTo>
                  <a:pt x="139" y="804"/>
                  <a:pt x="149" y="1129"/>
                  <a:pt x="418" y="1475"/>
                </a:cubicBezTo>
                <a:cubicBezTo>
                  <a:pt x="459" y="1531"/>
                  <a:pt x="485" y="1610"/>
                  <a:pt x="495" y="1712"/>
                </a:cubicBezTo>
                <a:cubicBezTo>
                  <a:pt x="495" y="1712"/>
                  <a:pt x="497" y="1739"/>
                  <a:pt x="498" y="177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30" name="Google Shape;3702;p59">
            <a:extLst xmlns:a="http://schemas.openxmlformats.org/drawingml/2006/main">
              <a:ext uri="{FF2B5EF4-FFF2-40B4-BE49-F238E27FC236}">
                <a16:creationId xmlns:a16="http://schemas.microsoft.com/office/drawing/2014/main" id="{D01E16C0-BBA6-8753-DE1B-53BB98C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2100" y="3357188"/>
            <a:ext cx="413564" cy="67482"/>
          </a:xfrm>
          <a:custGeom xmlns:a="http://schemas.openxmlformats.org/drawingml/2006/main">
            <a:rect l="l" t="t" r="r" b="b"/>
            <a:pathLst>
              <a:path w="836" h="140">
                <a:moveTo>
                  <a:pt x="766" y="140"/>
                </a:moveTo>
                <a:cubicBezTo>
                  <a:pt x="70" y="140"/>
                  <a:pt x="70" y="140"/>
                  <a:pt x="70" y="140"/>
                </a:cubicBezTo>
                <a:cubicBezTo>
                  <a:pt x="31" y="140"/>
                  <a:pt x="0" y="108"/>
                  <a:pt x="0" y="70"/>
                </a:cubicBezTo>
                <a:cubicBezTo>
                  <a:pt x="0" y="31"/>
                  <a:pt x="31" y="0"/>
                  <a:pt x="70" y="0"/>
                </a:cubicBezTo>
                <a:cubicBezTo>
                  <a:pt x="766" y="0"/>
                  <a:pt x="766" y="0"/>
                  <a:pt x="766" y="0"/>
                </a:cubicBezTo>
                <a:cubicBezTo>
                  <a:pt x="804" y="0"/>
                  <a:pt x="836" y="31"/>
                  <a:pt x="836" y="70"/>
                </a:cubicBezTo>
                <a:cubicBezTo>
                  <a:pt x="836" y="108"/>
                  <a:pt x="804" y="140"/>
                  <a:pt x="766" y="14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31" name="Google Shape;3703;p59">
            <a:extLst xmlns:a="http://schemas.openxmlformats.org/drawingml/2006/main">
              <a:ext uri="{FF2B5EF4-FFF2-40B4-BE49-F238E27FC236}">
                <a16:creationId xmlns:a16="http://schemas.microsoft.com/office/drawing/2014/main" id="{F645AEED-C2A7-6BF9-963B-49E37A4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7276" y="3444006"/>
            <a:ext cx="363219" cy="67482"/>
          </a:xfrm>
          <a:custGeom xmlns:a="http://schemas.openxmlformats.org/drawingml/2006/main">
            <a:rect l="l" t="t" r="r" b="b"/>
            <a:pathLst>
              <a:path w="733" h="140">
                <a:moveTo>
                  <a:pt x="663" y="140"/>
                </a:moveTo>
                <a:cubicBezTo>
                  <a:pt x="70" y="140"/>
                  <a:pt x="70" y="140"/>
                  <a:pt x="70" y="140"/>
                </a:cubicBezTo>
                <a:cubicBezTo>
                  <a:pt x="32" y="140"/>
                  <a:pt x="0" y="109"/>
                  <a:pt x="0" y="70"/>
                </a:cubicBezTo>
                <a:cubicBezTo>
                  <a:pt x="0" y="32"/>
                  <a:pt x="32" y="0"/>
                  <a:pt x="70" y="0"/>
                </a:cubicBezTo>
                <a:cubicBezTo>
                  <a:pt x="663" y="0"/>
                  <a:pt x="663" y="0"/>
                  <a:pt x="663" y="0"/>
                </a:cubicBezTo>
                <a:cubicBezTo>
                  <a:pt x="702" y="0"/>
                  <a:pt x="733" y="32"/>
                  <a:pt x="733" y="70"/>
                </a:cubicBezTo>
                <a:cubicBezTo>
                  <a:pt x="733" y="109"/>
                  <a:pt x="702" y="140"/>
                  <a:pt x="663" y="14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32" name="Google Shape;3704;p59">
            <a:extLst xmlns:a="http://schemas.openxmlformats.org/drawingml/2006/main">
              <a:ext uri="{FF2B5EF4-FFF2-40B4-BE49-F238E27FC236}">
                <a16:creationId xmlns:a16="http://schemas.microsoft.com/office/drawing/2014/main" id="{E3746EA0-5568-371D-96C6-568DC52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0428" y="3524109"/>
            <a:ext cx="276907" cy="67482"/>
          </a:xfrm>
          <a:custGeom xmlns:a="http://schemas.openxmlformats.org/drawingml/2006/main">
            <a:rect l="l" t="t" r="r" b="b"/>
            <a:pathLst>
              <a:path w="559" h="140">
                <a:moveTo>
                  <a:pt x="489" y="140"/>
                </a:moveTo>
                <a:cubicBezTo>
                  <a:pt x="70" y="140"/>
                  <a:pt x="70" y="140"/>
                  <a:pt x="70" y="140"/>
                </a:cubicBezTo>
                <a:cubicBezTo>
                  <a:pt x="32" y="140"/>
                  <a:pt x="0" y="108"/>
                  <a:pt x="0" y="70"/>
                </a:cubicBezTo>
                <a:cubicBezTo>
                  <a:pt x="0" y="31"/>
                  <a:pt x="32" y="0"/>
                  <a:pt x="70" y="0"/>
                </a:cubicBezTo>
                <a:cubicBezTo>
                  <a:pt x="489" y="0"/>
                  <a:pt x="489" y="0"/>
                  <a:pt x="489" y="0"/>
                </a:cubicBezTo>
                <a:cubicBezTo>
                  <a:pt x="528" y="0"/>
                  <a:pt x="559" y="31"/>
                  <a:pt x="559" y="70"/>
                </a:cubicBezTo>
                <a:cubicBezTo>
                  <a:pt x="559" y="108"/>
                  <a:pt x="528" y="140"/>
                  <a:pt x="489" y="14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  <p:sp>
        <p:nvSpPr>
          <p:cNvPr id="33" name="Google Shape;4502;p88">
            <a:extLst xmlns:a="http://schemas.openxmlformats.org/drawingml/2006/main">
              <a:ext uri="{FF2B5EF4-FFF2-40B4-BE49-F238E27FC236}">
                <a16:creationId xmlns:a16="http://schemas.microsoft.com/office/drawing/2014/main" id="{7CEFE6E4-C653-38F4-1057-FE1070A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155" y="2320981"/>
            <a:ext cx="2197917" cy="18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 b="0" i="0" u="none" cap="none">
                <a:solidFill>
                  <a:srgbClr val="454D50"/>
                </a:solidFill>
                <a:latin typeface="Lato"/>
                <a:ea typeface="Lato"/>
                <a:cs typeface="Lato"/>
              </a:rPr>
              <a:t>Partner with sustainability consultancies to embed CIQ expertise in their client work.</a:t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chemeClr val="accent4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>
                <a:solidFill>
                  <a:srgbClr val="454D50"/>
                </a:solidFill>
                <a:latin typeface="Lato"/>
                <a:ea typeface="Lato"/>
                <a:cs typeface="Lato"/>
              </a:rPr>
              <a:t>Co-develop circular-economy tools for specific sectors and regions.</a:t>
            </a:r>
          </a:p>
        </p:txBody>
      </p:sp>
      <p:sp>
        <p:nvSpPr>
          <p:cNvPr id="34" name="Google Shape;4503;p88">
            <a:extLst xmlns:a="http://schemas.openxmlformats.org/drawingml/2006/main">
              <a:ext uri="{FF2B5EF4-FFF2-40B4-BE49-F238E27FC236}">
                <a16:creationId xmlns:a16="http://schemas.microsoft.com/office/drawing/2014/main" id="{29810AB7-D19A-17B3-60B8-1909758E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652" y="1655480"/>
            <a:ext cx="2174272" cy="371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STRATEGIC ALLIANCES</a:t>
            </a:r>
          </a:p>
        </p:txBody>
      </p:sp>
      <p:cxnSp>
        <p:nvCxnSpPr>
          <p:cNvPr id="95" name="Google Shape;4505;p88"/>
          <p:cNvCxnSpPr/>
          <p:nvPr/>
        </p:nvCxnSpPr>
        <p:spPr>
          <a:xfrm xmlns:a="http://schemas.openxmlformats.org/drawingml/2006/main" rot="0" flipH="0" flipV="0">
            <a:off x="679510" y="2158021"/>
            <a:ext cx="2197917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1" name="Google Shape;4502;p88">
            <a:extLst xmlns:a="http://schemas.openxmlformats.org/drawingml/2006/main">
              <a:ext uri="{FF2B5EF4-FFF2-40B4-BE49-F238E27FC236}">
                <a16:creationId xmlns:a16="http://schemas.microsoft.com/office/drawing/2014/main" id="{15E5D1FC-BF00-187F-234E-6207A9EC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3002" y="2307228"/>
            <a:ext cx="2253015" cy="2000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 b="0" i="0" u="none" cap="none">
                <a:solidFill>
                  <a:srgbClr val="454D50"/>
                </a:solidFill>
                <a:latin typeface="Lato"/>
                <a:ea typeface="Lato"/>
                <a:cs typeface="Lato"/>
              </a:rPr>
              <a:t>Partner with technology providers to strengthen material transparency and compliance.</a:t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chemeClr val="accent4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>
                <a:solidFill>
                  <a:srgbClr val="454D50"/>
                </a:solidFill>
                <a:latin typeface="Lato"/>
                <a:ea typeface="Lato"/>
                <a:cs typeface="Lato"/>
              </a:rPr>
              <a:t>Co-develop capabilities for material tracking, lifecycle management and decision support.</a:t>
            </a:r>
          </a:p>
        </p:txBody>
      </p:sp>
      <p:sp>
        <p:nvSpPr>
          <p:cNvPr id="42" name="Google Shape;4503;p88">
            <a:extLst xmlns:a="http://schemas.openxmlformats.org/drawingml/2006/main">
              <a:ext uri="{FF2B5EF4-FFF2-40B4-BE49-F238E27FC236}">
                <a16:creationId xmlns:a16="http://schemas.microsoft.com/office/drawing/2014/main" id="{4A701DA9-3A50-F22F-A96A-9F97ADF7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6876" y="1652687"/>
            <a:ext cx="2253015" cy="39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TECHNOLOGICAL COLLABORATION</a:t>
            </a:r>
          </a:p>
        </p:txBody>
      </p:sp>
      <p:cxnSp>
        <p:nvCxnSpPr>
          <p:cNvPr id="98" name="Google Shape;4505;p88"/>
          <p:cNvCxnSpPr/>
          <p:nvPr/>
        </p:nvCxnSpPr>
        <p:spPr>
          <a:xfrm xmlns:a="http://schemas.openxmlformats.org/drawingml/2006/main" rot="0" flipH="0" flipV="0">
            <a:off x="5901659" y="2135549"/>
            <a:ext cx="2197917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16913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53BB6A9A-0F43-4AAF-DF4A-5A936DC9B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4202" y="575841"/>
            <a:ext cx="7012352" cy="4001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Circular IQ could expand beyond ESRS E5.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5EC038-07F7-2FD0-FFAC-F5D9D675C4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4202" y="1007269"/>
            <a:ext cx="7953374" cy="1413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626B6E"/>
                </a:solidFill>
              </a:rPr>
              <a:t>Two proposed routes for broader sustainability and circularity support.</a:t>
            </a:r>
          </a:p>
        </p:txBody>
      </p:sp>
      <p:pic>
        <p:nvPicPr>
          <p:cNvPr id="3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2c38234ed43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7889" y="506695"/>
            <a:ext cx="751908" cy="751908"/>
          </a:xfrm>
          <a:prstGeom xmlns:a="http://schemas.openxmlformats.org/drawingml/2006/main" prst="rect">
            <a:avLst/>
          </a:prstGeom>
        </p:spPr>
      </p:pic>
      <p:sp>
        <p:nvSpPr>
          <p:cNvPr id="6" name="Google Shape;691;p12">
            <a:extLst xmlns:a="http://schemas.openxmlformats.org/drawingml/2006/main">
              <a:ext uri="{FF2B5EF4-FFF2-40B4-BE49-F238E27FC236}">
                <a16:creationId xmlns:a16="http://schemas.microsoft.com/office/drawing/2014/main" id="{7851328F-1C30-7EE0-81DC-72A64463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843" y="1656621"/>
            <a:ext cx="2371030" cy="2371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88900" dir="5400000" sx="80000" sy="80000" algn="t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</a:p>
        </p:txBody>
      </p:sp>
      <p:sp>
        <p:nvSpPr>
          <p:cNvPr id="15" name="Google Shape;4502;p88">
            <a:extLst xmlns:a="http://schemas.openxmlformats.org/drawingml/2006/main">
              <a:ext uri="{FF2B5EF4-FFF2-40B4-BE49-F238E27FC236}">
                <a16:creationId xmlns:a16="http://schemas.microsoft.com/office/drawing/2014/main" id="{30107C5F-61D8-84BF-8EF9-A4906C03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844" y="2320361"/>
            <a:ext cx="2256585" cy="1928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 i="0" u="none" cap="none">
                <a:solidFill>
                  <a:srgbClr val="454D50"/>
                </a:solidFill>
                <a:latin typeface="Lato"/>
                <a:ea typeface="Lato"/>
                <a:cs typeface="Lato"/>
              </a:rPr>
              <a:t>Extend the tool to additional sustainability frameworks after current legal review.</a:t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>
                <a:solidFill>
                  <a:schemeClr val="accent4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 i="0" u="none" cap="none">
                <a:solidFill>
                  <a:srgbClr val="454D50"/>
                </a:solidFill>
                <a:latin typeface="Lato"/>
                <a:ea typeface="Lato"/>
                <a:cs typeface="Lato"/>
              </a:rPr>
              <a:t>Add metrics such as carbon footprint, green finance and supply-chain reporting.</a:t>
            </a:r>
          </a:p>
        </p:txBody>
      </p:sp>
      <p:sp>
        <p:nvSpPr>
          <p:cNvPr id="16" name="Google Shape;4503;p88">
            <a:extLst xmlns:a="http://schemas.openxmlformats.org/drawingml/2006/main">
              <a:ext uri="{FF2B5EF4-FFF2-40B4-BE49-F238E27FC236}">
                <a16:creationId xmlns:a16="http://schemas.microsoft.com/office/drawing/2014/main" id="{EA66101D-9934-02A1-D85D-1B4B7CD3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844" y="1675843"/>
            <a:ext cx="2232309" cy="37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SUSTAINABILITY FRAMEWORKS</a:t>
            </a:r>
          </a:p>
        </p:txBody>
      </p:sp>
      <p:cxnSp>
        <p:nvCxnSpPr>
          <p:cNvPr id="40" name="Google Shape;4505;p88"/>
          <p:cNvCxnSpPr/>
          <p:nvPr/>
        </p:nvCxnSpPr>
        <p:spPr>
          <a:xfrm xmlns:a="http://schemas.openxmlformats.org/drawingml/2006/main" rot="0" flipH="0" flipV="0">
            <a:off x="642568" y="2154806"/>
            <a:ext cx="2256585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0" name="Google Shape;4502;p88">
            <a:extLst xmlns:a="http://schemas.openxmlformats.org/drawingml/2006/main">
              <a:ext uri="{FF2B5EF4-FFF2-40B4-BE49-F238E27FC236}">
                <a16:creationId xmlns:a16="http://schemas.microsoft.com/office/drawing/2014/main" id="{7209BD51-ACB9-69B0-C2A2-866019AD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6418" y="2325190"/>
            <a:ext cx="2318090" cy="1938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/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1163" b="0" i="0" u="none" cap="none">
                <a:solidFill>
                  <a:srgbClr val="454D50"/>
                </a:solidFill>
                <a:latin typeface="Lato"/>
                <a:ea typeface="Lato"/>
                <a:cs typeface="Lato"/>
              </a:rPr>
              <a:t>Extend the tool to additional circularity frameworks after current legal review.</a:t>
            </a:r>
          </a:p>
          <a:p xmlns:a="http://schemas.openxmlformats.org/drawingml/2006/main">
            <a:pPr marL="0" marR="0" lvl="0" indent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>
                <a:solidFill>
                  <a:schemeClr val="accent4"/>
                </a:solidFill>
                <a:latin typeface="Lato"/>
                <a:ea typeface="Lato"/>
                <a:cs typeface="Lato"/>
              </a:rPr>
              <a:t/>
            </a:r>
          </a:p>
          <a:p xmlns:a="http://schemas.openxmlformats.org/drawingml/2006/main">
            <a:pPr algn="ctr">
              <a:lnSpc>
                <a:spcPct val="162500"/>
              </a:lnSpc>
              <a:buSzPts val="800"/>
              <a:buNone/>
            </a:pPr>
            <a:r>
              <a:rPr sz="1163" b="0" i="0" u="none" cap="none">
                <a:solidFill>
                  <a:srgbClr val="454D50"/>
                </a:solidFill>
                <a:latin typeface="Lato"/>
                <a:ea typeface="Lato"/>
                <a:cs typeface="Lato"/>
              </a:rPr>
              <a:t>Add metrics for waste reduction, resource recovery and circular product design.</a:t>
            </a:r>
          </a:p>
        </p:txBody>
      </p:sp>
      <p:sp>
        <p:nvSpPr>
          <p:cNvPr id="21" name="Google Shape;4503;p88">
            <a:extLst xmlns:a="http://schemas.openxmlformats.org/drawingml/2006/main">
              <a:ext uri="{FF2B5EF4-FFF2-40B4-BE49-F238E27FC236}">
                <a16:creationId xmlns:a16="http://schemas.microsoft.com/office/drawing/2014/main" id="{A943EFEF-27D8-D913-5CB5-B0144B0E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370" y="1696634"/>
            <a:ext cx="2376201" cy="378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CIRCULARITY FRAMEWORKS</a:t>
            </a:r>
          </a:p>
        </p:txBody>
      </p:sp>
      <p:cxnSp>
        <p:nvCxnSpPr>
          <p:cNvPr id="43" name="Google Shape;4505;p88"/>
          <p:cNvCxnSpPr/>
          <p:nvPr/>
        </p:nvCxnSpPr>
        <p:spPr>
          <a:xfrm xmlns:a="http://schemas.openxmlformats.org/drawingml/2006/main" rot="0" flipH="0" flipV="0">
            <a:off x="5821480" y="2158773"/>
            <a:ext cx="231809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7" name="Google Shape;360;p3">
            <a:extLst xmlns:a="http://schemas.openxmlformats.org/drawingml/2006/main">
              <a:ext uri="{FF2B5EF4-FFF2-40B4-BE49-F238E27FC236}">
                <a16:creationId xmlns:a16="http://schemas.microsoft.com/office/drawing/2014/main" id="{D71FDB32-510C-D3FC-38E5-A902C73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572" y="2245361"/>
            <a:ext cx="1367571" cy="1193550"/>
          </a:xfrm>
          <a:custGeom xmlns:a="http://schemas.openxmlformats.org/drawingml/2006/main">
            <a:rect l="l" t="t" r="r" b="b"/>
            <a:pathLst>
              <a:path w="169" h="133">
                <a:moveTo>
                  <a:pt x="169" y="36"/>
                </a:moveTo>
                <a:cubicBezTo>
                  <a:pt x="169" y="42"/>
                  <a:pt x="168" y="48"/>
                  <a:pt x="167" y="54"/>
                </a:cubicBezTo>
                <a:cubicBezTo>
                  <a:pt x="164" y="68"/>
                  <a:pt x="158" y="81"/>
                  <a:pt x="150" y="91"/>
                </a:cubicBezTo>
                <a:cubicBezTo>
                  <a:pt x="141" y="101"/>
                  <a:pt x="130" y="109"/>
                  <a:pt x="116" y="116"/>
                </a:cubicBezTo>
                <a:cubicBezTo>
                  <a:pt x="102" y="123"/>
                  <a:pt x="89" y="126"/>
                  <a:pt x="74" y="126"/>
                </a:cubicBezTo>
                <a:cubicBezTo>
                  <a:pt x="65" y="126"/>
                  <a:pt x="56" y="125"/>
                  <a:pt x="47" y="122"/>
                </a:cubicBezTo>
                <a:cubicBezTo>
                  <a:pt x="46" y="121"/>
                  <a:pt x="44" y="120"/>
                  <a:pt x="39" y="118"/>
                </a:cubicBezTo>
                <a:cubicBezTo>
                  <a:pt x="34" y="115"/>
                  <a:pt x="31" y="114"/>
                  <a:pt x="30" y="114"/>
                </a:cubicBezTo>
                <a:cubicBezTo>
                  <a:pt x="29" y="114"/>
                  <a:pt x="28" y="115"/>
                  <a:pt x="26" y="117"/>
                </a:cubicBezTo>
                <a:cubicBezTo>
                  <a:pt x="25" y="119"/>
                  <a:pt x="23" y="121"/>
                  <a:pt x="22" y="124"/>
                </a:cubicBezTo>
                <a:cubicBezTo>
                  <a:pt x="21" y="126"/>
                  <a:pt x="19" y="128"/>
                  <a:pt x="17" y="130"/>
                </a:cubicBezTo>
                <a:cubicBezTo>
                  <a:pt x="15" y="132"/>
                  <a:pt x="13" y="133"/>
                  <a:pt x="11" y="133"/>
                </a:cubicBezTo>
                <a:cubicBezTo>
                  <a:pt x="9" y="133"/>
                  <a:pt x="8" y="133"/>
                  <a:pt x="7" y="132"/>
                </a:cubicBezTo>
                <a:cubicBezTo>
                  <a:pt x="5" y="132"/>
                  <a:pt x="4" y="131"/>
                  <a:pt x="4" y="130"/>
                </a:cubicBezTo>
                <a:cubicBezTo>
                  <a:pt x="3" y="129"/>
                  <a:pt x="2" y="128"/>
                  <a:pt x="1" y="126"/>
                </a:cubicBezTo>
                <a:cubicBezTo>
                  <a:pt x="1" y="126"/>
                  <a:pt x="1" y="126"/>
                  <a:pt x="0" y="125"/>
                </a:cubicBezTo>
                <a:cubicBezTo>
                  <a:pt x="0" y="125"/>
                  <a:pt x="0" y="124"/>
                  <a:pt x="0" y="124"/>
                </a:cubicBezTo>
                <a:cubicBezTo>
                  <a:pt x="0" y="124"/>
                  <a:pt x="0" y="124"/>
                  <a:pt x="0" y="123"/>
                </a:cubicBezTo>
                <a:cubicBezTo>
                  <a:pt x="0" y="123"/>
                  <a:pt x="0" y="122"/>
                  <a:pt x="0" y="122"/>
                </a:cubicBezTo>
                <a:cubicBezTo>
                  <a:pt x="0" y="120"/>
                  <a:pt x="1" y="118"/>
                  <a:pt x="2" y="115"/>
                </a:cubicBezTo>
                <a:cubicBezTo>
                  <a:pt x="4" y="113"/>
                  <a:pt x="7" y="111"/>
                  <a:pt x="9" y="109"/>
                </a:cubicBezTo>
                <a:cubicBezTo>
                  <a:pt x="11" y="107"/>
                  <a:pt x="13" y="105"/>
                  <a:pt x="15" y="104"/>
                </a:cubicBezTo>
                <a:cubicBezTo>
                  <a:pt x="17" y="102"/>
                  <a:pt x="18" y="100"/>
                  <a:pt x="18" y="99"/>
                </a:cubicBezTo>
                <a:cubicBezTo>
                  <a:pt x="18" y="99"/>
                  <a:pt x="18" y="98"/>
                  <a:pt x="17" y="95"/>
                </a:cubicBezTo>
                <a:cubicBezTo>
                  <a:pt x="16" y="93"/>
                  <a:pt x="16" y="92"/>
                  <a:pt x="15" y="91"/>
                </a:cubicBezTo>
                <a:cubicBezTo>
                  <a:pt x="15" y="88"/>
                  <a:pt x="15" y="85"/>
                  <a:pt x="15" y="81"/>
                </a:cubicBezTo>
                <a:cubicBezTo>
                  <a:pt x="15" y="74"/>
                  <a:pt x="16" y="67"/>
                  <a:pt x="19" y="61"/>
                </a:cubicBezTo>
                <a:cubicBezTo>
                  <a:pt x="21" y="54"/>
                  <a:pt x="25" y="48"/>
                  <a:pt x="30" y="43"/>
                </a:cubicBezTo>
                <a:cubicBezTo>
                  <a:pt x="35" y="38"/>
                  <a:pt x="40" y="34"/>
                  <a:pt x="46" y="30"/>
                </a:cubicBezTo>
                <a:cubicBezTo>
                  <a:pt x="52" y="26"/>
                  <a:pt x="58" y="23"/>
                  <a:pt x="65" y="21"/>
                </a:cubicBezTo>
                <a:cubicBezTo>
                  <a:pt x="69" y="20"/>
                  <a:pt x="73" y="19"/>
                  <a:pt x="79" y="19"/>
                </a:cubicBezTo>
                <a:cubicBezTo>
                  <a:pt x="85" y="18"/>
                  <a:pt x="90" y="18"/>
                  <a:pt x="96" y="18"/>
                </a:cubicBezTo>
                <a:cubicBezTo>
                  <a:pt x="102" y="18"/>
                  <a:pt x="107" y="18"/>
                  <a:pt x="113" y="17"/>
                </a:cubicBezTo>
                <a:cubicBezTo>
                  <a:pt x="119" y="17"/>
                  <a:pt x="124" y="16"/>
                  <a:pt x="128" y="15"/>
                </a:cubicBezTo>
                <a:cubicBezTo>
                  <a:pt x="133" y="14"/>
                  <a:pt x="137" y="12"/>
                  <a:pt x="139" y="10"/>
                </a:cubicBezTo>
                <a:cubicBezTo>
                  <a:pt x="140" y="9"/>
                  <a:pt x="141" y="8"/>
                  <a:pt x="142" y="7"/>
                </a:cubicBezTo>
                <a:cubicBezTo>
                  <a:pt x="143" y="6"/>
                  <a:pt x="144" y="5"/>
                  <a:pt x="145" y="4"/>
                </a:cubicBezTo>
                <a:cubicBezTo>
                  <a:pt x="145" y="4"/>
                  <a:pt x="146" y="3"/>
                  <a:pt x="147" y="2"/>
                </a:cubicBezTo>
                <a:cubicBezTo>
                  <a:pt x="148" y="2"/>
                  <a:pt x="149" y="1"/>
                  <a:pt x="151" y="1"/>
                </a:cubicBezTo>
                <a:cubicBezTo>
                  <a:pt x="152" y="0"/>
                  <a:pt x="153" y="0"/>
                  <a:pt x="155" y="0"/>
                </a:cubicBezTo>
                <a:cubicBezTo>
                  <a:pt x="157" y="0"/>
                  <a:pt x="159" y="2"/>
                  <a:pt x="161" y="5"/>
                </a:cubicBezTo>
                <a:cubicBezTo>
                  <a:pt x="163" y="8"/>
                  <a:pt x="165" y="11"/>
                  <a:pt x="166" y="15"/>
                </a:cubicBezTo>
                <a:cubicBezTo>
                  <a:pt x="167" y="19"/>
                  <a:pt x="168" y="23"/>
                  <a:pt x="168" y="27"/>
                </a:cubicBezTo>
                <a:cubicBezTo>
                  <a:pt x="169" y="31"/>
                  <a:pt x="169" y="34"/>
                  <a:pt x="169" y="36"/>
                </a:cubicBezTo>
                <a:close/>
                <a:moveTo>
                  <a:pt x="119" y="59"/>
                </a:moveTo>
                <a:cubicBezTo>
                  <a:pt x="120" y="58"/>
                  <a:pt x="121" y="56"/>
                  <a:pt x="121" y="55"/>
                </a:cubicBezTo>
                <a:cubicBezTo>
                  <a:pt x="121" y="53"/>
                  <a:pt x="120" y="52"/>
                  <a:pt x="119" y="51"/>
                </a:cubicBezTo>
                <a:cubicBezTo>
                  <a:pt x="118" y="49"/>
                  <a:pt x="116" y="49"/>
                  <a:pt x="115" y="49"/>
                </a:cubicBezTo>
                <a:cubicBezTo>
                  <a:pt x="104" y="49"/>
                  <a:pt x="94" y="50"/>
                  <a:pt x="84" y="53"/>
                </a:cubicBezTo>
                <a:cubicBezTo>
                  <a:pt x="75" y="57"/>
                  <a:pt x="67" y="61"/>
                  <a:pt x="60" y="66"/>
                </a:cubicBezTo>
                <a:cubicBezTo>
                  <a:pt x="53" y="71"/>
                  <a:pt x="45" y="78"/>
                  <a:pt x="38" y="87"/>
                </a:cubicBezTo>
                <a:cubicBezTo>
                  <a:pt x="36" y="88"/>
                  <a:pt x="36" y="90"/>
                  <a:pt x="36" y="91"/>
                </a:cubicBezTo>
                <a:cubicBezTo>
                  <a:pt x="36" y="93"/>
                  <a:pt x="36" y="94"/>
                  <a:pt x="38" y="95"/>
                </a:cubicBezTo>
                <a:cubicBezTo>
                  <a:pt x="39" y="97"/>
                  <a:pt x="40" y="97"/>
                  <a:pt x="42" y="97"/>
                </a:cubicBezTo>
                <a:cubicBezTo>
                  <a:pt x="43" y="97"/>
                  <a:pt x="45" y="97"/>
                  <a:pt x="46" y="95"/>
                </a:cubicBezTo>
                <a:cubicBezTo>
                  <a:pt x="48" y="94"/>
                  <a:pt x="50" y="92"/>
                  <a:pt x="53" y="89"/>
                </a:cubicBezTo>
                <a:cubicBezTo>
                  <a:pt x="56" y="86"/>
                  <a:pt x="58" y="84"/>
                  <a:pt x="59" y="82"/>
                </a:cubicBezTo>
                <a:cubicBezTo>
                  <a:pt x="68" y="75"/>
                  <a:pt x="77" y="69"/>
                  <a:pt x="85" y="66"/>
                </a:cubicBezTo>
                <a:cubicBezTo>
                  <a:pt x="93" y="62"/>
                  <a:pt x="103" y="61"/>
                  <a:pt x="115" y="61"/>
                </a:cubicBezTo>
                <a:cubicBezTo>
                  <a:pt x="116" y="61"/>
                  <a:pt x="118" y="60"/>
                  <a:pt x="119" y="5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018164215"/>
      </p:ext>
    </p:extLst>
  </p:cSld>
</p:sld>
</file>

<file path=ppt/theme/theme1.xml><?xml version="1.0" encoding="utf-8"?>
<a:theme xmlns:a="http://schemas.openxmlformats.org/drawingml/2006/main" name="Office Theme">
  <a:themeElements>
    <a:clrScheme name="05-Modern Green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5-Modern Green Business 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2026-08-12T17:40:44.9320000Z</dcterms:created>
  <dcterms:modified xsi:type="dcterms:W3CDTF">2026-08-12T17:40:44.9330000Z</dcterms:modified>
</coreProperties>
</file>